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4b391bde1314b02" /><Relationship Type="http://schemas.openxmlformats.org/officeDocument/2006/relationships/extended-properties" Target="/docProps/app.xml" Id="R7f8966e2207b4971" /><Relationship Type="http://schemas.openxmlformats.org/officeDocument/2006/relationships/officeDocument" Target="/ppt/presentation.xml" Id="R05af393e75a1453b" /></Relationships>
</file>

<file path=ppt/presentation.xml><?xml version="1.0" encoding="utf-8"?>
<p:presentation xmlns:p="http://schemas.openxmlformats.org/presentationml/2006/main">
  <p:sldMasterIdLst>
    <p:sldMasterId xmlns:r="http://schemas.openxmlformats.org/officeDocument/2006/relationships" id="2147483648" r:id="R753e60630d6f403e"/>
  </p:sldMasterIdLst>
  <p:notesMasterIdLst>
    <p:notesMasterId xmlns:r="http://schemas.openxmlformats.org/officeDocument/2006/relationships" r:id="Ref809d94b9c14a90"/>
  </p:notesMasterIdLst>
  <p:sldIdLst>
    <p:sldId xmlns:r="http://schemas.openxmlformats.org/officeDocument/2006/relationships" id="256" r:id="Rf397bbbe39564c7d"/>
    <p:sldId xmlns:r="http://schemas.openxmlformats.org/officeDocument/2006/relationships" id="257" r:id="R9ee84676cdab45e2"/>
    <p:sldId xmlns:r="http://schemas.openxmlformats.org/officeDocument/2006/relationships" id="258" r:id="R0c976b498bb04ad1"/>
    <p:sldId xmlns:r="http://schemas.openxmlformats.org/officeDocument/2006/relationships" id="259" r:id="R4be1661e412a483a"/>
    <p:sldId xmlns:r="http://schemas.openxmlformats.org/officeDocument/2006/relationships" id="260" r:id="Rdba2898c58614302"/>
    <p:sldId xmlns:r="http://schemas.openxmlformats.org/officeDocument/2006/relationships" id="261" r:id="Rc80d451923914b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749b481cfc43df" /><Relationship Type="http://schemas.openxmlformats.org/officeDocument/2006/relationships/slideMaster" Target="/ppt/slideMasters/slideMaster1.xml" Id="R753e60630d6f403e" /><Relationship Type="http://schemas.openxmlformats.org/officeDocument/2006/relationships/notesMaster" Target="/ppt/notesMasters/notesMaster1.xml" Id="Ref809d94b9c14a90" /><Relationship Type="http://schemas.openxmlformats.org/officeDocument/2006/relationships/presProps" Target="/ppt/presProps.xml" Id="Ra45db84863cd454b" /><Relationship Type="http://schemas.openxmlformats.org/officeDocument/2006/relationships/tableStyles" Target="/ppt/tableStyles.xml" Id="Ra2501c2a8bb24436" /><Relationship Type="http://schemas.openxmlformats.org/officeDocument/2006/relationships/slide" Target="/ppt/slides/slide1.xml" Id="Rf397bbbe39564c7d" /><Relationship Type="http://schemas.openxmlformats.org/officeDocument/2006/relationships/slide" Target="/ppt/slides/slide2.xml" Id="R9ee84676cdab45e2" /><Relationship Type="http://schemas.openxmlformats.org/officeDocument/2006/relationships/slide" Target="/ppt/slides/slide3.xml" Id="R0c976b498bb04ad1" /><Relationship Type="http://schemas.openxmlformats.org/officeDocument/2006/relationships/slide" Target="/ppt/slides/slide4.xml" Id="R4be1661e412a483a" /><Relationship Type="http://schemas.openxmlformats.org/officeDocument/2006/relationships/slide" Target="/ppt/slides/slide5.xml" Id="Rdba2898c58614302" /><Relationship Type="http://schemas.openxmlformats.org/officeDocument/2006/relationships/slide" Target="/ppt/slides/slide6.xml" Id="Rc80d451923914b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c4ef06800348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51fbc42d8e4fdc" /><Relationship Type="http://schemas.openxmlformats.org/officeDocument/2006/relationships/notesMaster" Target="/ppt/notesMasters/notesMaster1.xml" Id="Rea8aaa5b527747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8977d9ace542d5" /><Relationship Type="http://schemas.openxmlformats.org/officeDocument/2006/relationships/notesMaster" Target="/ppt/notesMasters/notesMaster1.xml" Id="R6eaac122c33747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5132ea6bcb4798" /><Relationship Type="http://schemas.openxmlformats.org/officeDocument/2006/relationships/notesMaster" Target="/ppt/notesMasters/notesMaster1.xml" Id="R103328c6cd724c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fc673c9bfc419d" /><Relationship Type="http://schemas.openxmlformats.org/officeDocument/2006/relationships/notesMaster" Target="/ppt/notesMasters/notesMaster1.xml" Id="Rf4d9ec734dab43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d2c4b0d8e94526" /><Relationship Type="http://schemas.openxmlformats.org/officeDocument/2006/relationships/notesMaster" Target="/ppt/notesMasters/notesMaster1.xml" Id="R63bb6946942946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149976215c4feb" /><Relationship Type="http://schemas.openxmlformats.org/officeDocument/2006/relationships/notesMaster" Target="/ppt/notesMasters/notesMaster1.xml" Id="Rcf56264a4c6e49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question is why populations can keep growing even when fertility is low. We use the United Nations World Population Prospects 2024, covering 237 countries and areas. We focus on 2050, compare longer horizons, and ask how much confidence we should place in the direction of projected change.</a:t>
            </a:r>
          </a:p>
          <a:p xmlns:a="http://schemas.openxmlformats.org/drawingml/2006/main">
            <a:r>
              <a:t/>
            </a:r>
          </a:p>
          <a:p xmlns:a="http://schemas.openxmlformats.org/drawingml/2006/main">
            <a:r>
              <a:t>Sources: https://population.un.org/wpp/ ; https://www.un.org/development/desa/pd/sites/www.un.org.development.desa.pd/files/files/documents/2024/Jul/undesa_pd_2024_wpp2024_methodology-report_web.pdf ; https://www.amstat.org/your-career/ethical-guidelines-for-statistical-practice . Calculations: results/tables/country_outlook_2050.csv and scenario_decomposition.csv.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horizontal axis shows births per woman in 2023. The vertical axis shows population change from January 2024 to January 2050 under the United Nations Medium projection. We use 2.1 births per woman as an approximate threshold for low fertility. Of 130 countries and areas below the fertility threshold, 64 still grow. These are country counts, so a small territory and a large country each count once. The growing group contains about 58 percent of the population of all low fertility places. Low fertility therefore does not mean immediate decline. But the projected direction is uncertain. Only six of those 64 have a 95 percent prediction interval entirely above their starting population. We will return to that distinction.</a:t>
            </a:r>
          </a:p>
          <a:p xmlns:a="http://schemas.openxmlformats.org/drawingml/2006/main">
            <a:r>
              <a:t/>
            </a:r>
          </a:p>
          <a:p xmlns:a="http://schemas.openxmlformats.org/drawingml/2006/main">
            <a:r>
              <a:t>Sources: https://population.un.org/wpp/ ; https://www.un.org/development/desa/pd/sites/www.un.org.development.desa.pd/files/files/documents/2024/Jul/undesa_pd_2024_wpp2024_methodology-report_web.pdf ; https://www.amstat.org/your-career/ethical-guidelines-for-statistical-practice . Calculations: results/tables/country_outlook_2050.csv and scenario_decomposition.csv.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examine the mechanisms, we compare a sequence of United Nations scenarios. The momentum scenario combines replacement fertility, constant mortality and zero net migration. Its change from the baseline measures the finite horizon effect of the starting age structure under those assumptions. We then allow projected mortality, projected fertility and finally projected migration. Differences between the successive population stocks give four contributions that add to the Medium population change. The bars show each contribution as a percentage of the starting population. Positive and negative components can cancel. India, China and Turkey illustrate different combinations. Replacement fertility here means a net reproduction rate of one. It does not impose exactly 2.1 births per woman everywhere. These are conditional model comparisons, not estimates of what a government policy would cause.</a:t>
            </a:r>
          </a:p>
          <a:p xmlns:a="http://schemas.openxmlformats.org/drawingml/2006/main">
            <a:r>
              <a:t/>
            </a:r>
          </a:p>
          <a:p xmlns:a="http://schemas.openxmlformats.org/drawingml/2006/main">
            <a:r>
              <a:t>Sources: https://population.un.org/wpp/ ; https://www.un.org/development/desa/pd/sites/www.un.org.development.desa.pd/files/files/documents/2024/Jul/undesa_pd_2024_wpp2024_methodology-report_web.pdf ; https://www.amstat.org/your-career/ethical-guidelines-for-statistical-practice . Calculations: results/tables/country_outlook_2050.csv and scenario_decomposition.csv.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Turkey makes the time horizon and uncertainty especially clear. The January 2024 baseline is 87.37 million. By January 2050, the Medium projection reaches 91.31 million, an increase of 3.94 million. Our scenario decomposition attributes positive contributions of 13.38 million to momentum and 2.81 million to mortality changes. Fertility and migration contribute negative 7.63 and 4.62 million along this particular path. The United Nations 95 percent population interval for 2050 ranges from 74.57 to 107.92 million. It includes values below and above the starting population. By January 2100, the Medium projection declines to 65.67 million. Positive momentum is therefore compatible with eventual decline. These values belong to the 2024 revision and should not be presented as current population observations.</a:t>
            </a:r>
          </a:p>
          <a:p xmlns:a="http://schemas.openxmlformats.org/drawingml/2006/main">
            <a:r>
              <a:t/>
            </a:r>
          </a:p>
          <a:p xmlns:a="http://schemas.openxmlformats.org/drawingml/2006/main">
            <a:r>
              <a:t>Sources: https://population.un.org/wpp/ ; https://www.un.org/development/desa/pd/sites/www.un.org.development.desa.pd/files/files/documents/2024/Jul/undesa_pd_2024_wpp2024_methodology-report_web.pdf ; https://www.amstat.org/your-career/ethical-guidelines-for-statistical-practice . Calculations: results/tables/country_outlook_2050.csv and scenario_decomposition.csv.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main pattern survives several checks, while exact counts depend on the definition. Among low fertility places with at least one million people, 39 of 81 grow by 2050. Using a net reproduction rate below one gives 66 out of 130. Extending the original cohort to 2100 reduces the growing count to 28. We also swap the fertility and migration order along a valid alternative scenario path. Their separate contributions change, so no component should be treated as uniquely determined. Of the 64 Medium growth cases, 58 have prediction intervals spanning the baseline. Country intervals are marginal and cannot provide a simultaneous interval for this count. We present migration and reproductive choices descriptively, respect the people represented, and disclose model assumptions. Future population is conditional, even when the arithmetic is exact.</a:t>
            </a:r>
          </a:p>
          <a:p xmlns:a="http://schemas.openxmlformats.org/drawingml/2006/main">
            <a:r>
              <a:t/>
            </a:r>
          </a:p>
          <a:p xmlns:a="http://schemas.openxmlformats.org/drawingml/2006/main">
            <a:r>
              <a:t>Sources: https://population.un.org/wpp/ ; https://www.un.org/development/desa/pd/sites/www.un.org.development.desa.pd/files/files/documents/2024/Jul/undesa_pd_2024_wpp2024_methodology-report_web.pdf ; https://www.amstat.org/your-career/ethical-guidelines-for-statistical-practice . Calculations: results/tables/country_outlook_2050.csv and scenario_decomposition.csv.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data come from United Nations World Population Prospects 2024 and the competition supplement. The project includes reproducible code and a second implementation that verifies the main calculations. Artificial intelligence assisted preparation and checking. Thank you.</a:t>
            </a:r>
          </a:p>
          <a:p xmlns:a="http://schemas.openxmlformats.org/drawingml/2006/main">
            <a:r>
              <a:t/>
            </a:r>
          </a:p>
          <a:p xmlns:a="http://schemas.openxmlformats.org/drawingml/2006/main">
            <a:r>
              <a:t>Sources: https://population.un.org/wpp/ ; https://www.un.org/development/desa/pd/sites/www.un.org.development.desa.pd/files/files/documents/2024/Jul/undesa_pd_2024_wpp2024_methodology-report_web.pdf ; https://www.amstat.org/your-career/ethical-guidelines-for-statistical-practice . Calculations: results/tables/country_outlook_2050.csv and scenario_decomposition.csv.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ef00909b6c41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0f81057f6543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6f407060654f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74ab74fe1744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058a85296b47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0049283e1644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76ED2F-9F1E-41CA-A71F-78E0CE37623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C2BF74-CB81-43AE-856B-0048A0C06C2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E7A394-6EDF-4546-978F-28FB34B12D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05D053-A79D-4B9A-8E8B-38B28D19F7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573C35-9892-453C-836E-4362D21EC8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994129-4CF9-4FE6-A0C9-E9574B93EF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8B8E5D-CD7E-4930-8F7A-8D4112521E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668D2A-348D-46CE-B08A-01A9D29457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283E70-D0BC-40F6-8D0F-BBCBD6316C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4741AC-4FD0-4FCB-AEAC-2127A239AE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8362d0e8ad495f" /><Relationship Type="http://schemas.openxmlformats.org/officeDocument/2006/relationships/slideLayout" Target="/ppt/slideLayouts/slideLayout1.xml" Id="R2eaddbfa4ffc413d" /><Relationship Type="http://schemas.openxmlformats.org/officeDocument/2006/relationships/slideLayout" Target="/ppt/slideLayouts/slideLayout2.xml" Id="Rf84be03eb5d949ed" /><Relationship Type="http://schemas.openxmlformats.org/officeDocument/2006/relationships/slideLayout" Target="/ppt/slideLayouts/slideLayout3.xml" Id="Rf483c70b8d224c68" /><Relationship Type="http://schemas.openxmlformats.org/officeDocument/2006/relationships/slideLayout" Target="/ppt/slideLayouts/slideLayout4.xml" Id="Rd3e3f2a22db34846" /><Relationship Type="http://schemas.openxmlformats.org/officeDocument/2006/relationships/slideLayout" Target="/ppt/slideLayouts/slideLayout5.xml" Id="R80054f99869841e0" /><Relationship Type="http://schemas.openxmlformats.org/officeDocument/2006/relationships/slideLayout" Target="/ppt/slideLayouts/slideLayout6.xml" Id="R643a084be4a74b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addbfa4ffc413d"/>
    <p:sldLayoutId xmlns:r="http://schemas.openxmlformats.org/officeDocument/2006/relationships" id="2147483650" r:id="Rf84be03eb5d949ed"/>
    <p:sldLayoutId xmlns:r="http://schemas.openxmlformats.org/officeDocument/2006/relationships" id="2147483651" r:id="Rf483c70b8d224c68"/>
    <p:sldLayoutId xmlns:r="http://schemas.openxmlformats.org/officeDocument/2006/relationships" id="2147483652" r:id="Rd3e3f2a22db34846"/>
    <p:sldLayoutId xmlns:r="http://schemas.openxmlformats.org/officeDocument/2006/relationships" id="2147483653" r:id="R80054f99869841e0"/>
    <p:sldLayoutId xmlns:r="http://schemas.openxmlformats.org/officeDocument/2006/relationships" id="2147483654" r:id="R643a084be4a74b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9adb29d6894fcc" /><Relationship Type="http://schemas.openxmlformats.org/officeDocument/2006/relationships/notesSlide" Target="/ppt/notesSlides/notesSlide1.xml" Id="Ra230ea7c3ecc4f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d70d5aadf64b8b" /><Relationship Type="http://schemas.openxmlformats.org/officeDocument/2006/relationships/chart" Target="/ppt/slides/charts/chart1.xml" Id="Rfdb71c6c359a428c" /><Relationship Type="http://schemas.openxmlformats.org/officeDocument/2006/relationships/notesSlide" Target="/ppt/notesSlides/notesSlide2.xml" Id="R05f777e13f9341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b6120ee5584b7c" /><Relationship Type="http://schemas.openxmlformats.org/officeDocument/2006/relationships/chart" Target="/ppt/slides/charts/chart2.xml" Id="Rf5f5ef6f44b942fd" /><Relationship Type="http://schemas.openxmlformats.org/officeDocument/2006/relationships/notesSlide" Target="/ppt/notesSlides/notesSlide3.xml" Id="Raa66379e245645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eecdeddbbb48ec" /><Relationship Type="http://schemas.openxmlformats.org/officeDocument/2006/relationships/chart" Target="/ppt/slides/charts/chart3.xml" Id="Ra96631722fa949c5" /><Relationship Type="http://schemas.openxmlformats.org/officeDocument/2006/relationships/notesSlide" Target="/ppt/notesSlides/notesSlide4.xml" Id="R7b7170634ef54d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37c0ff5c4c466d" /><Relationship Type="http://schemas.openxmlformats.org/officeDocument/2006/relationships/chart" Target="/ppt/slides/charts/chart4.xml" Id="R7f4063e447814d68" /><Relationship Type="http://schemas.openxmlformats.org/officeDocument/2006/relationships/notesSlide" Target="/ppt/notesSlides/notesSlide5.xml" Id="R61f628ca584840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a7eae4a96f4102" /><Relationship Type="http://schemas.openxmlformats.org/officeDocument/2006/relationships/notesSlide" Target="/ppt/notesSlides/notesSlide6.xml" Id="R82ca2d7506c64a7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Countries and areas</c:v>
          </c:tx>
          <c:spPr>
            <a:ln xmlns:a="http://schemas.openxmlformats.org/drawingml/2006/main" w="0">
              <a:noFill/>
            </a:ln>
          </c:spPr>
          <c:marker>
            <c:symbol val="circle"/>
            <c:size val="5"/>
            <c:spPr>
              <a:solidFill xmlns:a="http://schemas.openxmlformats.org/drawingml/2006/main">
                <a:srgbClr val="1F7480"/>
              </a:solidFill>
            </c:spPr>
          </c:marker>
          <c:dPt>
            <c:idx val="0"/>
            <c:spPr>
              <a:solidFill xmlns:a="http://schemas.openxmlformats.org/drawingml/2006/main">
                <a:srgbClr val="9AA6A9"/>
              </a:solidFill>
            </c:spPr>
          </c:dPt>
          <c:dPt>
            <c:idx val="1"/>
            <c:spPr>
              <a:solidFill xmlns:a="http://schemas.openxmlformats.org/drawingml/2006/main">
                <a:srgbClr val="1F7480"/>
              </a:solidFill>
            </c:spPr>
          </c:dPt>
          <c:dPt>
            <c:idx val="2"/>
            <c:spPr>
              <a:solidFill xmlns:a="http://schemas.openxmlformats.org/drawingml/2006/main">
                <a:srgbClr val="9AA6A9"/>
              </a:solidFill>
            </c:spPr>
          </c:dPt>
          <c:dPt>
            <c:idx val="3"/>
            <c:spPr>
              <a:solidFill xmlns:a="http://schemas.openxmlformats.org/drawingml/2006/main">
                <a:srgbClr val="9AA6A9"/>
              </a:solidFill>
            </c:spPr>
          </c:dPt>
          <c:dPt>
            <c:idx val="4"/>
            <c:spPr>
              <a:solidFill xmlns:a="http://schemas.openxmlformats.org/drawingml/2006/main">
                <a:srgbClr val="1F7480"/>
              </a:solidFill>
            </c:spPr>
          </c:dPt>
          <c:dPt>
            <c:idx val="5"/>
            <c:spPr>
              <a:solidFill xmlns:a="http://schemas.openxmlformats.org/drawingml/2006/main">
                <a:srgbClr val="9AA6A9"/>
              </a:solidFill>
            </c:spPr>
          </c:dPt>
          <c:dPt>
            <c:idx val="6"/>
            <c:spPr>
              <a:solidFill xmlns:a="http://schemas.openxmlformats.org/drawingml/2006/main">
                <a:srgbClr val="1F7480"/>
              </a:solidFill>
            </c:spPr>
          </c:dPt>
          <c:dPt>
            <c:idx val="7"/>
            <c:spPr>
              <a:solidFill xmlns:a="http://schemas.openxmlformats.org/drawingml/2006/main">
                <a:srgbClr val="1F7480"/>
              </a:solidFill>
            </c:spPr>
          </c:dPt>
          <c:dPt>
            <c:idx val="8"/>
            <c:spPr>
              <a:solidFill xmlns:a="http://schemas.openxmlformats.org/drawingml/2006/main">
                <a:srgbClr val="1F7480"/>
              </a:solidFill>
            </c:spPr>
          </c:dPt>
          <c:dPt>
            <c:idx val="9"/>
            <c:spPr>
              <a:solidFill xmlns:a="http://schemas.openxmlformats.org/drawingml/2006/main">
                <a:srgbClr val="1F7480"/>
              </a:solidFill>
            </c:spPr>
          </c:dPt>
          <c:dPt>
            <c:idx val="10"/>
            <c:spPr>
              <a:solidFill xmlns:a="http://schemas.openxmlformats.org/drawingml/2006/main">
                <a:srgbClr val="1F7480"/>
              </a:solidFill>
            </c:spPr>
          </c:dPt>
          <c:dPt>
            <c:idx val="11"/>
            <c:spPr>
              <a:solidFill xmlns:a="http://schemas.openxmlformats.org/drawingml/2006/main">
                <a:srgbClr val="1F7480"/>
              </a:solidFill>
            </c:spPr>
          </c:dPt>
          <c:dPt>
            <c:idx val="12"/>
            <c:spPr>
              <a:solidFill xmlns:a="http://schemas.openxmlformats.org/drawingml/2006/main">
                <a:srgbClr val="1F7480"/>
              </a:solidFill>
            </c:spPr>
          </c:dPt>
          <c:dPt>
            <c:idx val="13"/>
            <c:spPr>
              <a:solidFill xmlns:a="http://schemas.openxmlformats.org/drawingml/2006/main">
                <a:srgbClr val="9AA6A9"/>
              </a:solidFill>
            </c:spPr>
          </c:dPt>
          <c:dPt>
            <c:idx val="14"/>
            <c:spPr>
              <a:solidFill xmlns:a="http://schemas.openxmlformats.org/drawingml/2006/main">
                <a:srgbClr val="1F7480"/>
              </a:solidFill>
            </c:spPr>
          </c:dPt>
          <c:dPt>
            <c:idx val="15"/>
            <c:spPr>
              <a:solidFill xmlns:a="http://schemas.openxmlformats.org/drawingml/2006/main">
                <a:srgbClr val="1F7480"/>
              </a:solidFill>
            </c:spPr>
          </c:dPt>
          <c:dPt>
            <c:idx val="16"/>
            <c:spPr>
              <a:solidFill xmlns:a="http://schemas.openxmlformats.org/drawingml/2006/main">
                <a:srgbClr val="1F7480"/>
              </a:solidFill>
            </c:spPr>
          </c:dPt>
          <c:dPt>
            <c:idx val="17"/>
            <c:spPr>
              <a:solidFill xmlns:a="http://schemas.openxmlformats.org/drawingml/2006/main">
                <a:srgbClr val="1F7480"/>
              </a:solidFill>
            </c:spPr>
          </c:dPt>
          <c:dPt>
            <c:idx val="18"/>
            <c:spPr>
              <a:solidFill xmlns:a="http://schemas.openxmlformats.org/drawingml/2006/main">
                <a:srgbClr val="1F7480"/>
              </a:solidFill>
            </c:spPr>
          </c:dPt>
          <c:dPt>
            <c:idx val="19"/>
            <c:spPr>
              <a:solidFill xmlns:a="http://schemas.openxmlformats.org/drawingml/2006/main">
                <a:srgbClr val="9AA6A9"/>
              </a:solidFill>
            </c:spPr>
          </c:dPt>
          <c:dPt>
            <c:idx val="20"/>
            <c:spPr>
              <a:solidFill xmlns:a="http://schemas.openxmlformats.org/drawingml/2006/main">
                <a:srgbClr val="1F7480"/>
              </a:solidFill>
            </c:spPr>
          </c:dPt>
          <c:dPt>
            <c:idx val="21"/>
            <c:spPr>
              <a:solidFill xmlns:a="http://schemas.openxmlformats.org/drawingml/2006/main">
                <a:srgbClr val="9AA6A9"/>
              </a:solidFill>
            </c:spPr>
          </c:dPt>
          <c:dPt>
            <c:idx val="22"/>
            <c:spPr>
              <a:solidFill xmlns:a="http://schemas.openxmlformats.org/drawingml/2006/main">
                <a:srgbClr val="1F7480"/>
              </a:solidFill>
            </c:spPr>
          </c:dPt>
          <c:dPt>
            <c:idx val="23"/>
            <c:spPr>
              <a:solidFill xmlns:a="http://schemas.openxmlformats.org/drawingml/2006/main">
                <a:srgbClr val="1F7480"/>
              </a:solidFill>
            </c:spPr>
          </c:dPt>
          <c:dPt>
            <c:idx val="24"/>
            <c:spPr>
              <a:solidFill xmlns:a="http://schemas.openxmlformats.org/drawingml/2006/main">
                <a:srgbClr val="9AA6A9"/>
              </a:solidFill>
            </c:spPr>
          </c:dPt>
          <c:dPt>
            <c:idx val="25"/>
            <c:spPr>
              <a:solidFill xmlns:a="http://schemas.openxmlformats.org/drawingml/2006/main">
                <a:srgbClr val="1F7480"/>
              </a:solidFill>
            </c:spPr>
          </c:dPt>
          <c:dPt>
            <c:idx val="26"/>
            <c:spPr>
              <a:solidFill xmlns:a="http://schemas.openxmlformats.org/drawingml/2006/main">
                <a:srgbClr val="1F7480"/>
              </a:solidFill>
            </c:spPr>
          </c:dPt>
          <c:dPt>
            <c:idx val="27"/>
            <c:spPr>
              <a:solidFill xmlns:a="http://schemas.openxmlformats.org/drawingml/2006/main">
                <a:srgbClr val="1F7480"/>
              </a:solidFill>
            </c:spPr>
          </c:dPt>
          <c:dPt>
            <c:idx val="28"/>
            <c:spPr>
              <a:solidFill xmlns:a="http://schemas.openxmlformats.org/drawingml/2006/main">
                <a:srgbClr val="9AA6A9"/>
              </a:solidFill>
            </c:spPr>
          </c:dPt>
          <c:dPt>
            <c:idx val="29"/>
            <c:spPr>
              <a:solidFill xmlns:a="http://schemas.openxmlformats.org/drawingml/2006/main">
                <a:srgbClr val="9AA6A9"/>
              </a:solidFill>
            </c:spPr>
          </c:dPt>
          <c:dPt>
            <c:idx val="30"/>
            <c:spPr>
              <a:solidFill xmlns:a="http://schemas.openxmlformats.org/drawingml/2006/main">
                <a:srgbClr val="1F7480"/>
              </a:solidFill>
            </c:spPr>
          </c:dPt>
          <c:dPt>
            <c:idx val="31"/>
            <c:spPr>
              <a:solidFill xmlns:a="http://schemas.openxmlformats.org/drawingml/2006/main">
                <a:srgbClr val="9AA6A9"/>
              </a:solidFill>
            </c:spPr>
          </c:dPt>
          <c:dPt>
            <c:idx val="32"/>
            <c:spPr>
              <a:solidFill xmlns:a="http://schemas.openxmlformats.org/drawingml/2006/main">
                <a:srgbClr val="9AA6A9"/>
              </a:solidFill>
            </c:spPr>
          </c:dPt>
          <c:dPt>
            <c:idx val="33"/>
            <c:spPr>
              <a:solidFill xmlns:a="http://schemas.openxmlformats.org/drawingml/2006/main">
                <a:srgbClr val="1F7480"/>
              </a:solidFill>
            </c:spPr>
          </c:dPt>
          <c:dPt>
            <c:idx val="34"/>
            <c:spPr>
              <a:solidFill xmlns:a="http://schemas.openxmlformats.org/drawingml/2006/main">
                <a:srgbClr val="1F7480"/>
              </a:solidFill>
            </c:spPr>
          </c:dPt>
          <c:dPt>
            <c:idx val="35"/>
            <c:spPr>
              <a:solidFill xmlns:a="http://schemas.openxmlformats.org/drawingml/2006/main">
                <a:srgbClr val="1F7480"/>
              </a:solidFill>
            </c:spPr>
          </c:dPt>
          <c:dPt>
            <c:idx val="36"/>
            <c:spPr>
              <a:solidFill xmlns:a="http://schemas.openxmlformats.org/drawingml/2006/main">
                <a:srgbClr val="9AA6A9"/>
              </a:solidFill>
            </c:spPr>
          </c:dPt>
          <c:dPt>
            <c:idx val="37"/>
            <c:spPr>
              <a:solidFill xmlns:a="http://schemas.openxmlformats.org/drawingml/2006/main">
                <a:srgbClr val="1F7480"/>
              </a:solidFill>
            </c:spPr>
          </c:dPt>
          <c:dPt>
            <c:idx val="38"/>
            <c:spPr>
              <a:solidFill xmlns:a="http://schemas.openxmlformats.org/drawingml/2006/main">
                <a:srgbClr val="9AA6A9"/>
              </a:solidFill>
            </c:spPr>
          </c:dPt>
          <c:dPt>
            <c:idx val="39"/>
            <c:spPr>
              <a:solidFill xmlns:a="http://schemas.openxmlformats.org/drawingml/2006/main">
                <a:srgbClr val="1F7480"/>
              </a:solidFill>
            </c:spPr>
          </c:dPt>
          <c:dPt>
            <c:idx val="40"/>
            <c:spPr>
              <a:solidFill xmlns:a="http://schemas.openxmlformats.org/drawingml/2006/main">
                <a:srgbClr val="1F7480"/>
              </a:solidFill>
            </c:spPr>
          </c:dPt>
          <c:dPt>
            <c:idx val="41"/>
            <c:spPr>
              <a:solidFill xmlns:a="http://schemas.openxmlformats.org/drawingml/2006/main">
                <a:srgbClr val="1F7480"/>
              </a:solidFill>
            </c:spPr>
          </c:dPt>
          <c:dPt>
            <c:idx val="42"/>
            <c:spPr>
              <a:solidFill xmlns:a="http://schemas.openxmlformats.org/drawingml/2006/main">
                <a:srgbClr val="1F7480"/>
              </a:solidFill>
            </c:spPr>
          </c:dPt>
          <c:dPt>
            <c:idx val="43"/>
            <c:spPr>
              <a:solidFill xmlns:a="http://schemas.openxmlformats.org/drawingml/2006/main">
                <a:srgbClr val="9AA6A9"/>
              </a:solidFill>
            </c:spPr>
          </c:dPt>
          <c:dPt>
            <c:idx val="44"/>
            <c:spPr>
              <a:solidFill xmlns:a="http://schemas.openxmlformats.org/drawingml/2006/main">
                <a:srgbClr val="9AA6A9"/>
              </a:solidFill>
            </c:spPr>
          </c:dPt>
          <c:dPt>
            <c:idx val="45"/>
            <c:spPr>
              <a:solidFill xmlns:a="http://schemas.openxmlformats.org/drawingml/2006/main">
                <a:srgbClr val="9AA6A9"/>
              </a:solidFill>
            </c:spPr>
          </c:dPt>
          <c:dPt>
            <c:idx val="46"/>
            <c:spPr>
              <a:solidFill xmlns:a="http://schemas.openxmlformats.org/drawingml/2006/main">
                <a:srgbClr val="9AA6A9"/>
              </a:solidFill>
            </c:spPr>
          </c:dPt>
          <c:dPt>
            <c:idx val="47"/>
            <c:spPr>
              <a:solidFill xmlns:a="http://schemas.openxmlformats.org/drawingml/2006/main">
                <a:srgbClr val="1F7480"/>
              </a:solidFill>
            </c:spPr>
          </c:dPt>
          <c:dPt>
            <c:idx val="48"/>
            <c:spPr>
              <a:solidFill xmlns:a="http://schemas.openxmlformats.org/drawingml/2006/main">
                <a:srgbClr val="1F7480"/>
              </a:solidFill>
            </c:spPr>
          </c:dPt>
          <c:dPt>
            <c:idx val="49"/>
            <c:spPr>
              <a:solidFill xmlns:a="http://schemas.openxmlformats.org/drawingml/2006/main">
                <a:srgbClr val="1F7480"/>
              </a:solidFill>
            </c:spPr>
          </c:dPt>
          <c:dPt>
            <c:idx val="50"/>
            <c:spPr>
              <a:solidFill xmlns:a="http://schemas.openxmlformats.org/drawingml/2006/main">
                <a:srgbClr val="1F7480"/>
              </a:solidFill>
            </c:spPr>
          </c:dPt>
          <c:dPt>
            <c:idx val="51"/>
            <c:spPr>
              <a:solidFill xmlns:a="http://schemas.openxmlformats.org/drawingml/2006/main">
                <a:srgbClr val="1F7480"/>
              </a:solidFill>
            </c:spPr>
          </c:dPt>
          <c:dPt>
            <c:idx val="52"/>
            <c:spPr>
              <a:solidFill xmlns:a="http://schemas.openxmlformats.org/drawingml/2006/main">
                <a:srgbClr val="1F7480"/>
              </a:solidFill>
            </c:spPr>
          </c:dPt>
          <c:dPt>
            <c:idx val="53"/>
            <c:spPr>
              <a:solidFill xmlns:a="http://schemas.openxmlformats.org/drawingml/2006/main">
                <a:srgbClr val="9AA6A9"/>
              </a:solidFill>
            </c:spPr>
          </c:dPt>
          <c:dPt>
            <c:idx val="54"/>
            <c:spPr>
              <a:solidFill xmlns:a="http://schemas.openxmlformats.org/drawingml/2006/main">
                <a:srgbClr val="1F7480"/>
              </a:solidFill>
            </c:spPr>
          </c:dPt>
          <c:dPt>
            <c:idx val="55"/>
            <c:spPr>
              <a:solidFill xmlns:a="http://schemas.openxmlformats.org/drawingml/2006/main">
                <a:srgbClr val="1F7480"/>
              </a:solidFill>
            </c:spPr>
          </c:dPt>
          <c:dPt>
            <c:idx val="56"/>
            <c:spPr>
              <a:solidFill xmlns:a="http://schemas.openxmlformats.org/drawingml/2006/main">
                <a:srgbClr val="9AA6A9"/>
              </a:solidFill>
            </c:spPr>
          </c:dPt>
          <c:dPt>
            <c:idx val="57"/>
            <c:spPr>
              <a:solidFill xmlns:a="http://schemas.openxmlformats.org/drawingml/2006/main">
                <a:srgbClr val="1F7480"/>
              </a:solidFill>
            </c:spPr>
          </c:dPt>
          <c:dPt>
            <c:idx val="58"/>
            <c:spPr>
              <a:solidFill xmlns:a="http://schemas.openxmlformats.org/drawingml/2006/main">
                <a:srgbClr val="1F7480"/>
              </a:solidFill>
            </c:spPr>
          </c:dPt>
          <c:dPt>
            <c:idx val="59"/>
            <c:spPr>
              <a:solidFill xmlns:a="http://schemas.openxmlformats.org/drawingml/2006/main">
                <a:srgbClr val="9AA6A9"/>
              </a:solidFill>
            </c:spPr>
          </c:dPt>
          <c:dPt>
            <c:idx val="60"/>
            <c:spPr>
              <a:solidFill xmlns:a="http://schemas.openxmlformats.org/drawingml/2006/main">
                <a:srgbClr val="9AA6A9"/>
              </a:solidFill>
            </c:spPr>
          </c:dPt>
          <c:dPt>
            <c:idx val="61"/>
            <c:spPr>
              <a:solidFill xmlns:a="http://schemas.openxmlformats.org/drawingml/2006/main">
                <a:srgbClr val="9AA6A9"/>
              </a:solidFill>
            </c:spPr>
          </c:dPt>
          <c:dPt>
            <c:idx val="62"/>
            <c:spPr>
              <a:solidFill xmlns:a="http://schemas.openxmlformats.org/drawingml/2006/main">
                <a:srgbClr val="1F7480"/>
              </a:solidFill>
            </c:spPr>
          </c:dPt>
          <c:dPt>
            <c:idx val="63"/>
            <c:spPr>
              <a:solidFill xmlns:a="http://schemas.openxmlformats.org/drawingml/2006/main">
                <a:srgbClr val="9AA6A9"/>
              </a:solidFill>
            </c:spPr>
          </c:dPt>
          <c:dPt>
            <c:idx val="64"/>
            <c:spPr>
              <a:solidFill xmlns:a="http://schemas.openxmlformats.org/drawingml/2006/main">
                <a:srgbClr val="1F7480"/>
              </a:solidFill>
            </c:spPr>
          </c:dPt>
          <c:dPt>
            <c:idx val="65"/>
            <c:spPr>
              <a:solidFill xmlns:a="http://schemas.openxmlformats.org/drawingml/2006/main">
                <a:srgbClr val="9AA6A9"/>
              </a:solidFill>
            </c:spPr>
          </c:dPt>
          <c:dPt>
            <c:idx val="66"/>
            <c:spPr>
              <a:solidFill xmlns:a="http://schemas.openxmlformats.org/drawingml/2006/main">
                <a:srgbClr val="1F7480"/>
              </a:solidFill>
            </c:spPr>
          </c:dPt>
          <c:dPt>
            <c:idx val="67"/>
            <c:spPr>
              <a:solidFill xmlns:a="http://schemas.openxmlformats.org/drawingml/2006/main">
                <a:srgbClr val="1F7480"/>
              </a:solidFill>
            </c:spPr>
          </c:dPt>
          <c:dPt>
            <c:idx val="68"/>
            <c:spPr>
              <a:solidFill xmlns:a="http://schemas.openxmlformats.org/drawingml/2006/main">
                <a:srgbClr val="9AA6A9"/>
              </a:solidFill>
            </c:spPr>
          </c:dPt>
          <c:dPt>
            <c:idx val="69"/>
            <c:spPr>
              <a:solidFill xmlns:a="http://schemas.openxmlformats.org/drawingml/2006/main">
                <a:srgbClr val="1F7480"/>
              </a:solidFill>
            </c:spPr>
          </c:dPt>
          <c:dPt>
            <c:idx val="70"/>
            <c:spPr>
              <a:solidFill xmlns:a="http://schemas.openxmlformats.org/drawingml/2006/main">
                <a:srgbClr val="9AA6A9"/>
              </a:solidFill>
            </c:spPr>
          </c:dPt>
          <c:dPt>
            <c:idx val="71"/>
            <c:spPr>
              <a:solidFill xmlns:a="http://schemas.openxmlformats.org/drawingml/2006/main">
                <a:srgbClr val="9AA6A9"/>
              </a:solidFill>
            </c:spPr>
          </c:dPt>
          <c:dPt>
            <c:idx val="72"/>
            <c:spPr>
              <a:solidFill xmlns:a="http://schemas.openxmlformats.org/drawingml/2006/main">
                <a:srgbClr val="1F7480"/>
              </a:solidFill>
            </c:spPr>
          </c:dPt>
          <c:dPt>
            <c:idx val="73"/>
            <c:spPr>
              <a:solidFill xmlns:a="http://schemas.openxmlformats.org/drawingml/2006/main">
                <a:srgbClr val="9AA6A9"/>
              </a:solidFill>
            </c:spPr>
          </c:dPt>
          <c:dPt>
            <c:idx val="74"/>
            <c:spPr>
              <a:solidFill xmlns:a="http://schemas.openxmlformats.org/drawingml/2006/main">
                <a:srgbClr val="9AA6A9"/>
              </a:solidFill>
            </c:spPr>
          </c:dPt>
          <c:dPt>
            <c:idx val="75"/>
            <c:spPr>
              <a:solidFill xmlns:a="http://schemas.openxmlformats.org/drawingml/2006/main">
                <a:srgbClr val="1F7480"/>
              </a:solidFill>
            </c:spPr>
          </c:dPt>
          <c:dPt>
            <c:idx val="76"/>
            <c:spPr>
              <a:solidFill xmlns:a="http://schemas.openxmlformats.org/drawingml/2006/main">
                <a:srgbClr val="9AA6A9"/>
              </a:solidFill>
            </c:spPr>
          </c:dPt>
          <c:dPt>
            <c:idx val="77"/>
            <c:spPr>
              <a:solidFill xmlns:a="http://schemas.openxmlformats.org/drawingml/2006/main">
                <a:srgbClr val="1F7480"/>
              </a:solidFill>
            </c:spPr>
          </c:dPt>
          <c:dPt>
            <c:idx val="78"/>
            <c:spPr>
              <a:solidFill xmlns:a="http://schemas.openxmlformats.org/drawingml/2006/main">
                <a:srgbClr val="9AA6A9"/>
              </a:solidFill>
            </c:spPr>
          </c:dPt>
          <c:dPt>
            <c:idx val="79"/>
            <c:spPr>
              <a:solidFill xmlns:a="http://schemas.openxmlformats.org/drawingml/2006/main">
                <a:srgbClr val="1F7480"/>
              </a:solidFill>
            </c:spPr>
          </c:dPt>
          <c:dPt>
            <c:idx val="80"/>
            <c:spPr>
              <a:solidFill xmlns:a="http://schemas.openxmlformats.org/drawingml/2006/main">
                <a:srgbClr val="1F7480"/>
              </a:solidFill>
            </c:spPr>
          </c:dPt>
          <c:dPt>
            <c:idx val="81"/>
            <c:spPr>
              <a:solidFill xmlns:a="http://schemas.openxmlformats.org/drawingml/2006/main">
                <a:srgbClr val="1F7480"/>
              </a:solidFill>
            </c:spPr>
          </c:dPt>
          <c:dPt>
            <c:idx val="82"/>
            <c:spPr>
              <a:solidFill xmlns:a="http://schemas.openxmlformats.org/drawingml/2006/main">
                <a:srgbClr val="1F7480"/>
              </a:solidFill>
            </c:spPr>
          </c:dPt>
          <c:dPt>
            <c:idx val="83"/>
            <c:spPr>
              <a:solidFill xmlns:a="http://schemas.openxmlformats.org/drawingml/2006/main">
                <a:srgbClr val="9AA6A9"/>
              </a:solidFill>
            </c:spPr>
          </c:dPt>
          <c:dPt>
            <c:idx val="84"/>
            <c:spPr>
              <a:solidFill xmlns:a="http://schemas.openxmlformats.org/drawingml/2006/main">
                <a:srgbClr val="9AA6A9"/>
              </a:solidFill>
            </c:spPr>
          </c:dPt>
          <c:dPt>
            <c:idx val="85"/>
            <c:spPr>
              <a:solidFill xmlns:a="http://schemas.openxmlformats.org/drawingml/2006/main">
                <a:srgbClr val="9AA6A9"/>
              </a:solidFill>
            </c:spPr>
          </c:dPt>
          <c:dPt>
            <c:idx val="86"/>
            <c:spPr>
              <a:solidFill xmlns:a="http://schemas.openxmlformats.org/drawingml/2006/main">
                <a:srgbClr val="9AA6A9"/>
              </a:solidFill>
            </c:spPr>
          </c:dPt>
          <c:dPt>
            <c:idx val="87"/>
            <c:spPr>
              <a:solidFill xmlns:a="http://schemas.openxmlformats.org/drawingml/2006/main">
                <a:srgbClr val="9AA6A9"/>
              </a:solidFill>
            </c:spPr>
          </c:dPt>
          <c:dPt>
            <c:idx val="88"/>
            <c:spPr>
              <a:solidFill xmlns:a="http://schemas.openxmlformats.org/drawingml/2006/main">
                <a:srgbClr val="1F7480"/>
              </a:solidFill>
            </c:spPr>
          </c:dPt>
          <c:dPt>
            <c:idx val="89"/>
            <c:spPr>
              <a:solidFill xmlns:a="http://schemas.openxmlformats.org/drawingml/2006/main">
                <a:srgbClr val="9AA6A9"/>
              </a:solidFill>
            </c:spPr>
          </c:dPt>
          <c:dPt>
            <c:idx val="90"/>
            <c:spPr>
              <a:solidFill xmlns:a="http://schemas.openxmlformats.org/drawingml/2006/main">
                <a:srgbClr val="1F7480"/>
              </a:solidFill>
            </c:spPr>
          </c:dPt>
          <c:dPt>
            <c:idx val="91"/>
            <c:spPr>
              <a:solidFill xmlns:a="http://schemas.openxmlformats.org/drawingml/2006/main">
                <a:srgbClr val="1F7480"/>
              </a:solidFill>
            </c:spPr>
          </c:dPt>
          <c:dPt>
            <c:idx val="92"/>
            <c:spPr>
              <a:solidFill xmlns:a="http://schemas.openxmlformats.org/drawingml/2006/main">
                <a:srgbClr val="1F7480"/>
              </a:solidFill>
            </c:spPr>
          </c:dPt>
          <c:dPt>
            <c:idx val="93"/>
            <c:spPr>
              <a:solidFill xmlns:a="http://schemas.openxmlformats.org/drawingml/2006/main">
                <a:srgbClr val="1F7480"/>
              </a:solidFill>
            </c:spPr>
          </c:dPt>
          <c:dPt>
            <c:idx val="94"/>
            <c:spPr>
              <a:solidFill xmlns:a="http://schemas.openxmlformats.org/drawingml/2006/main">
                <a:srgbClr val="9AA6A9"/>
              </a:solidFill>
            </c:spPr>
          </c:dPt>
          <c:dPt>
            <c:idx val="95"/>
            <c:spPr>
              <a:solidFill xmlns:a="http://schemas.openxmlformats.org/drawingml/2006/main">
                <a:srgbClr val="1F7480"/>
              </a:solidFill>
            </c:spPr>
          </c:dPt>
          <c:dPt>
            <c:idx val="96"/>
            <c:spPr>
              <a:solidFill xmlns:a="http://schemas.openxmlformats.org/drawingml/2006/main">
                <a:srgbClr val="9AA6A9"/>
              </a:solidFill>
            </c:spPr>
          </c:dPt>
          <c:dPt>
            <c:idx val="97"/>
            <c:spPr>
              <a:solidFill xmlns:a="http://schemas.openxmlformats.org/drawingml/2006/main">
                <a:srgbClr val="1F7480"/>
              </a:solidFill>
            </c:spPr>
          </c:dPt>
          <c:dPt>
            <c:idx val="98"/>
            <c:spPr>
              <a:solidFill xmlns:a="http://schemas.openxmlformats.org/drawingml/2006/main">
                <a:srgbClr val="9AA6A9"/>
              </a:solidFill>
            </c:spPr>
          </c:dPt>
          <c:dPt>
            <c:idx val="99"/>
            <c:spPr>
              <a:solidFill xmlns:a="http://schemas.openxmlformats.org/drawingml/2006/main">
                <a:srgbClr val="1F7480"/>
              </a:solidFill>
            </c:spPr>
          </c:dPt>
          <c:dPt>
            <c:idx val="100"/>
            <c:spPr>
              <a:solidFill xmlns:a="http://schemas.openxmlformats.org/drawingml/2006/main">
                <a:srgbClr val="9AA6A9"/>
              </a:solidFill>
            </c:spPr>
          </c:dPt>
          <c:dPt>
            <c:idx val="101"/>
            <c:spPr>
              <a:solidFill xmlns:a="http://schemas.openxmlformats.org/drawingml/2006/main">
                <a:srgbClr val="1F7480"/>
              </a:solidFill>
            </c:spPr>
          </c:dPt>
          <c:dPt>
            <c:idx val="102"/>
            <c:spPr>
              <a:solidFill xmlns:a="http://schemas.openxmlformats.org/drawingml/2006/main">
                <a:srgbClr val="1F7480"/>
              </a:solidFill>
            </c:spPr>
          </c:dPt>
          <c:dPt>
            <c:idx val="103"/>
            <c:spPr>
              <a:solidFill xmlns:a="http://schemas.openxmlformats.org/drawingml/2006/main">
                <a:srgbClr val="9AA6A9"/>
              </a:solidFill>
            </c:spPr>
          </c:dPt>
          <c:dPt>
            <c:idx val="104"/>
            <c:spPr>
              <a:solidFill xmlns:a="http://schemas.openxmlformats.org/drawingml/2006/main">
                <a:srgbClr val="9AA6A9"/>
              </a:solidFill>
            </c:spPr>
          </c:dPt>
          <c:dPt>
            <c:idx val="105"/>
            <c:spPr>
              <a:solidFill xmlns:a="http://schemas.openxmlformats.org/drawingml/2006/main">
                <a:srgbClr val="9AA6A9"/>
              </a:solidFill>
            </c:spPr>
          </c:dPt>
          <c:dPt>
            <c:idx val="106"/>
            <c:spPr>
              <a:solidFill xmlns:a="http://schemas.openxmlformats.org/drawingml/2006/main">
                <a:srgbClr val="1F7480"/>
              </a:solidFill>
            </c:spPr>
          </c:dPt>
          <c:dPt>
            <c:idx val="107"/>
            <c:spPr>
              <a:solidFill xmlns:a="http://schemas.openxmlformats.org/drawingml/2006/main">
                <a:srgbClr val="1F7480"/>
              </a:solidFill>
            </c:spPr>
          </c:dPt>
          <c:dPt>
            <c:idx val="108"/>
            <c:spPr>
              <a:solidFill xmlns:a="http://schemas.openxmlformats.org/drawingml/2006/main">
                <a:srgbClr val="1F7480"/>
              </a:solidFill>
            </c:spPr>
          </c:dPt>
          <c:dPt>
            <c:idx val="109"/>
            <c:spPr>
              <a:solidFill xmlns:a="http://schemas.openxmlformats.org/drawingml/2006/main">
                <a:srgbClr val="1F7480"/>
              </a:solidFill>
            </c:spPr>
          </c:dPt>
          <c:dPt>
            <c:idx val="110"/>
            <c:spPr>
              <a:solidFill xmlns:a="http://schemas.openxmlformats.org/drawingml/2006/main">
                <a:srgbClr val="9AA6A9"/>
              </a:solidFill>
            </c:spPr>
          </c:dPt>
          <c:dPt>
            <c:idx val="111"/>
            <c:spPr>
              <a:solidFill xmlns:a="http://schemas.openxmlformats.org/drawingml/2006/main">
                <a:srgbClr val="9AA6A9"/>
              </a:solidFill>
            </c:spPr>
          </c:dPt>
          <c:dPt>
            <c:idx val="112"/>
            <c:spPr>
              <a:solidFill xmlns:a="http://schemas.openxmlformats.org/drawingml/2006/main">
                <a:srgbClr val="9AA6A9"/>
              </a:solidFill>
            </c:spPr>
          </c:dPt>
          <c:dPt>
            <c:idx val="113"/>
            <c:spPr>
              <a:solidFill xmlns:a="http://schemas.openxmlformats.org/drawingml/2006/main">
                <a:srgbClr val="9AA6A9"/>
              </a:solidFill>
            </c:spPr>
          </c:dPt>
          <c:dPt>
            <c:idx val="114"/>
            <c:spPr>
              <a:solidFill xmlns:a="http://schemas.openxmlformats.org/drawingml/2006/main">
                <a:srgbClr val="1F7480"/>
              </a:solidFill>
            </c:spPr>
          </c:dPt>
          <c:dPt>
            <c:idx val="115"/>
            <c:spPr>
              <a:solidFill xmlns:a="http://schemas.openxmlformats.org/drawingml/2006/main">
                <a:srgbClr val="9AA6A9"/>
              </a:solidFill>
            </c:spPr>
          </c:dPt>
          <c:dPt>
            <c:idx val="116"/>
            <c:spPr>
              <a:solidFill xmlns:a="http://schemas.openxmlformats.org/drawingml/2006/main">
                <a:srgbClr val="9AA6A9"/>
              </a:solidFill>
            </c:spPr>
          </c:dPt>
          <c:dPt>
            <c:idx val="117"/>
            <c:spPr>
              <a:solidFill xmlns:a="http://schemas.openxmlformats.org/drawingml/2006/main">
                <a:srgbClr val="1F7480"/>
              </a:solidFill>
            </c:spPr>
          </c:dPt>
          <c:dPt>
            <c:idx val="118"/>
            <c:spPr>
              <a:solidFill xmlns:a="http://schemas.openxmlformats.org/drawingml/2006/main">
                <a:srgbClr val="1F7480"/>
              </a:solidFill>
            </c:spPr>
          </c:dPt>
          <c:dPt>
            <c:idx val="119"/>
            <c:spPr>
              <a:solidFill xmlns:a="http://schemas.openxmlformats.org/drawingml/2006/main">
                <a:srgbClr val="1F7480"/>
              </a:solidFill>
            </c:spPr>
          </c:dPt>
          <c:dPt>
            <c:idx val="120"/>
            <c:spPr>
              <a:solidFill xmlns:a="http://schemas.openxmlformats.org/drawingml/2006/main">
                <a:srgbClr val="1F7480"/>
              </a:solidFill>
            </c:spPr>
          </c:dPt>
          <c:dPt>
            <c:idx val="121"/>
            <c:spPr>
              <a:solidFill xmlns:a="http://schemas.openxmlformats.org/drawingml/2006/main">
                <a:srgbClr val="9AA6A9"/>
              </a:solidFill>
            </c:spPr>
          </c:dPt>
          <c:dPt>
            <c:idx val="122"/>
            <c:spPr>
              <a:solidFill xmlns:a="http://schemas.openxmlformats.org/drawingml/2006/main">
                <a:srgbClr val="9AA6A9"/>
              </a:solidFill>
            </c:spPr>
          </c:dPt>
          <c:dPt>
            <c:idx val="123"/>
            <c:spPr>
              <a:solidFill xmlns:a="http://schemas.openxmlformats.org/drawingml/2006/main">
                <a:srgbClr val="1F7480"/>
              </a:solidFill>
            </c:spPr>
          </c:dPt>
          <c:dPt>
            <c:idx val="124"/>
            <c:spPr>
              <a:solidFill xmlns:a="http://schemas.openxmlformats.org/drawingml/2006/main">
                <a:srgbClr val="1F7480"/>
              </a:solidFill>
            </c:spPr>
          </c:dPt>
          <c:dPt>
            <c:idx val="125"/>
            <c:spPr>
              <a:solidFill xmlns:a="http://schemas.openxmlformats.org/drawingml/2006/main">
                <a:srgbClr val="9AA6A9"/>
              </a:solidFill>
            </c:spPr>
          </c:dPt>
          <c:dPt>
            <c:idx val="126"/>
            <c:spPr>
              <a:solidFill xmlns:a="http://schemas.openxmlformats.org/drawingml/2006/main">
                <a:srgbClr val="1F7480"/>
              </a:solidFill>
            </c:spPr>
          </c:dPt>
          <c:dPt>
            <c:idx val="127"/>
            <c:spPr>
              <a:solidFill xmlns:a="http://schemas.openxmlformats.org/drawingml/2006/main">
                <a:srgbClr val="1F7480"/>
              </a:solidFill>
            </c:spPr>
          </c:dPt>
          <c:dPt>
            <c:idx val="128"/>
            <c:spPr>
              <a:solidFill xmlns:a="http://schemas.openxmlformats.org/drawingml/2006/main">
                <a:srgbClr val="9AA6A9"/>
              </a:solidFill>
            </c:spPr>
          </c:dPt>
          <c:dPt>
            <c:idx val="129"/>
            <c:spPr>
              <a:solidFill xmlns:a="http://schemas.openxmlformats.org/drawingml/2006/main">
                <a:srgbClr val="1F7480"/>
              </a:solidFill>
            </c:spPr>
          </c:dPt>
          <c:dPt>
            <c:idx val="130"/>
            <c:spPr>
              <a:solidFill xmlns:a="http://schemas.openxmlformats.org/drawingml/2006/main">
                <a:srgbClr val="1F7480"/>
              </a:solidFill>
            </c:spPr>
          </c:dPt>
          <c:dPt>
            <c:idx val="131"/>
            <c:spPr>
              <a:solidFill xmlns:a="http://schemas.openxmlformats.org/drawingml/2006/main">
                <a:srgbClr val="9AA6A9"/>
              </a:solidFill>
            </c:spPr>
          </c:dPt>
          <c:dPt>
            <c:idx val="132"/>
            <c:spPr>
              <a:solidFill xmlns:a="http://schemas.openxmlformats.org/drawingml/2006/main">
                <a:srgbClr val="9AA6A9"/>
              </a:solidFill>
            </c:spPr>
          </c:dPt>
          <c:dPt>
            <c:idx val="133"/>
            <c:spPr>
              <a:solidFill xmlns:a="http://schemas.openxmlformats.org/drawingml/2006/main">
                <a:srgbClr val="1F7480"/>
              </a:solidFill>
            </c:spPr>
          </c:dPt>
          <c:dPt>
            <c:idx val="134"/>
            <c:spPr>
              <a:solidFill xmlns:a="http://schemas.openxmlformats.org/drawingml/2006/main">
                <a:srgbClr val="1F7480"/>
              </a:solidFill>
            </c:spPr>
          </c:dPt>
          <c:dPt>
            <c:idx val="135"/>
            <c:spPr>
              <a:solidFill xmlns:a="http://schemas.openxmlformats.org/drawingml/2006/main">
                <a:srgbClr val="1F7480"/>
              </a:solidFill>
            </c:spPr>
          </c:dPt>
          <c:dPt>
            <c:idx val="136"/>
            <c:spPr>
              <a:solidFill xmlns:a="http://schemas.openxmlformats.org/drawingml/2006/main">
                <a:srgbClr val="9AA6A9"/>
              </a:solidFill>
            </c:spPr>
          </c:dPt>
          <c:dPt>
            <c:idx val="137"/>
            <c:spPr>
              <a:solidFill xmlns:a="http://schemas.openxmlformats.org/drawingml/2006/main">
                <a:srgbClr val="9AA6A9"/>
              </a:solidFill>
            </c:spPr>
          </c:dPt>
          <c:dPt>
            <c:idx val="138"/>
            <c:spPr>
              <a:solidFill xmlns:a="http://schemas.openxmlformats.org/drawingml/2006/main">
                <a:srgbClr val="9AA6A9"/>
              </a:solidFill>
            </c:spPr>
          </c:dPt>
          <c:dPt>
            <c:idx val="139"/>
            <c:spPr>
              <a:solidFill xmlns:a="http://schemas.openxmlformats.org/drawingml/2006/main">
                <a:srgbClr val="9AA6A9"/>
              </a:solidFill>
            </c:spPr>
          </c:dPt>
          <c:dPt>
            <c:idx val="140"/>
            <c:spPr>
              <a:solidFill xmlns:a="http://schemas.openxmlformats.org/drawingml/2006/main">
                <a:srgbClr val="9AA6A9"/>
              </a:solidFill>
            </c:spPr>
          </c:dPt>
          <c:dPt>
            <c:idx val="141"/>
            <c:spPr>
              <a:solidFill xmlns:a="http://schemas.openxmlformats.org/drawingml/2006/main">
                <a:srgbClr val="1F7480"/>
              </a:solidFill>
            </c:spPr>
          </c:dPt>
          <c:dPt>
            <c:idx val="142"/>
            <c:spPr>
              <a:solidFill xmlns:a="http://schemas.openxmlformats.org/drawingml/2006/main">
                <a:srgbClr val="1F7480"/>
              </a:solidFill>
            </c:spPr>
          </c:dPt>
          <c:dPt>
            <c:idx val="143"/>
            <c:spPr>
              <a:solidFill xmlns:a="http://schemas.openxmlformats.org/drawingml/2006/main">
                <a:srgbClr val="1F7480"/>
              </a:solidFill>
            </c:spPr>
          </c:dPt>
          <c:dPt>
            <c:idx val="144"/>
            <c:spPr>
              <a:solidFill xmlns:a="http://schemas.openxmlformats.org/drawingml/2006/main">
                <a:srgbClr val="1F7480"/>
              </a:solidFill>
            </c:spPr>
          </c:dPt>
          <c:dPt>
            <c:idx val="145"/>
            <c:spPr>
              <a:solidFill xmlns:a="http://schemas.openxmlformats.org/drawingml/2006/main">
                <a:srgbClr val="1F7480"/>
              </a:solidFill>
            </c:spPr>
          </c:dPt>
          <c:dPt>
            <c:idx val="146"/>
            <c:spPr>
              <a:solidFill xmlns:a="http://schemas.openxmlformats.org/drawingml/2006/main">
                <a:srgbClr val="1F7480"/>
              </a:solidFill>
            </c:spPr>
          </c:dPt>
          <c:dPt>
            <c:idx val="147"/>
            <c:spPr>
              <a:solidFill xmlns:a="http://schemas.openxmlformats.org/drawingml/2006/main">
                <a:srgbClr val="1F7480"/>
              </a:solidFill>
            </c:spPr>
          </c:dPt>
          <c:dPt>
            <c:idx val="148"/>
            <c:spPr>
              <a:solidFill xmlns:a="http://schemas.openxmlformats.org/drawingml/2006/main">
                <a:srgbClr val="9AA6A9"/>
              </a:solidFill>
            </c:spPr>
          </c:dPt>
          <c:dPt>
            <c:idx val="149"/>
            <c:spPr>
              <a:solidFill xmlns:a="http://schemas.openxmlformats.org/drawingml/2006/main">
                <a:srgbClr val="1F7480"/>
              </a:solidFill>
            </c:spPr>
          </c:dPt>
          <c:dPt>
            <c:idx val="150"/>
            <c:spPr>
              <a:solidFill xmlns:a="http://schemas.openxmlformats.org/drawingml/2006/main">
                <a:srgbClr val="9AA6A9"/>
              </a:solidFill>
            </c:spPr>
          </c:dPt>
          <c:dPt>
            <c:idx val="151"/>
            <c:spPr>
              <a:solidFill xmlns:a="http://schemas.openxmlformats.org/drawingml/2006/main">
                <a:srgbClr val="9AA6A9"/>
              </a:solidFill>
            </c:spPr>
          </c:dPt>
          <c:dPt>
            <c:idx val="152"/>
            <c:spPr>
              <a:solidFill xmlns:a="http://schemas.openxmlformats.org/drawingml/2006/main">
                <a:srgbClr val="9AA6A9"/>
              </a:solidFill>
            </c:spPr>
          </c:dPt>
          <c:dPt>
            <c:idx val="153"/>
            <c:spPr>
              <a:solidFill xmlns:a="http://schemas.openxmlformats.org/drawingml/2006/main">
                <a:srgbClr val="9AA6A9"/>
              </a:solidFill>
            </c:spPr>
          </c:dPt>
          <c:dPt>
            <c:idx val="154"/>
            <c:spPr>
              <a:solidFill xmlns:a="http://schemas.openxmlformats.org/drawingml/2006/main">
                <a:srgbClr val="1F7480"/>
              </a:solidFill>
            </c:spPr>
          </c:dPt>
          <c:dPt>
            <c:idx val="155"/>
            <c:spPr>
              <a:solidFill xmlns:a="http://schemas.openxmlformats.org/drawingml/2006/main">
                <a:srgbClr val="9AA6A9"/>
              </a:solidFill>
            </c:spPr>
          </c:dPt>
          <c:dPt>
            <c:idx val="156"/>
            <c:spPr>
              <a:solidFill xmlns:a="http://schemas.openxmlformats.org/drawingml/2006/main">
                <a:srgbClr val="9AA6A9"/>
              </a:solidFill>
            </c:spPr>
          </c:dPt>
          <c:dPt>
            <c:idx val="157"/>
            <c:spPr>
              <a:solidFill xmlns:a="http://schemas.openxmlformats.org/drawingml/2006/main">
                <a:srgbClr val="9AA6A9"/>
              </a:solidFill>
            </c:spPr>
          </c:dPt>
          <c:dPt>
            <c:idx val="158"/>
            <c:spPr>
              <a:solidFill xmlns:a="http://schemas.openxmlformats.org/drawingml/2006/main">
                <a:srgbClr val="1F7480"/>
              </a:solidFill>
            </c:spPr>
          </c:dPt>
          <c:dPt>
            <c:idx val="159"/>
            <c:spPr>
              <a:solidFill xmlns:a="http://schemas.openxmlformats.org/drawingml/2006/main">
                <a:srgbClr val="9AA6A9"/>
              </a:solidFill>
            </c:spPr>
          </c:dPt>
          <c:dPt>
            <c:idx val="160"/>
            <c:spPr>
              <a:solidFill xmlns:a="http://schemas.openxmlformats.org/drawingml/2006/main">
                <a:srgbClr val="9AA6A9"/>
              </a:solidFill>
            </c:spPr>
          </c:dPt>
          <c:dPt>
            <c:idx val="161"/>
            <c:spPr>
              <a:solidFill xmlns:a="http://schemas.openxmlformats.org/drawingml/2006/main">
                <a:srgbClr val="9AA6A9"/>
              </a:solidFill>
            </c:spPr>
          </c:dPt>
          <c:dPt>
            <c:idx val="162"/>
            <c:spPr>
              <a:solidFill xmlns:a="http://schemas.openxmlformats.org/drawingml/2006/main">
                <a:srgbClr val="9AA6A9"/>
              </a:solidFill>
            </c:spPr>
          </c:dPt>
          <c:dPt>
            <c:idx val="163"/>
            <c:spPr>
              <a:solidFill xmlns:a="http://schemas.openxmlformats.org/drawingml/2006/main">
                <a:srgbClr val="1F7480"/>
              </a:solidFill>
            </c:spPr>
          </c:dPt>
          <c:dPt>
            <c:idx val="164"/>
            <c:spPr>
              <a:solidFill xmlns:a="http://schemas.openxmlformats.org/drawingml/2006/main">
                <a:srgbClr val="1F7480"/>
              </a:solidFill>
            </c:spPr>
          </c:dPt>
          <c:dPt>
            <c:idx val="165"/>
            <c:spPr>
              <a:solidFill xmlns:a="http://schemas.openxmlformats.org/drawingml/2006/main">
                <a:srgbClr val="1F7480"/>
              </a:solidFill>
            </c:spPr>
          </c:dPt>
          <c:dPt>
            <c:idx val="166"/>
            <c:spPr>
              <a:solidFill xmlns:a="http://schemas.openxmlformats.org/drawingml/2006/main">
                <a:srgbClr val="1F7480"/>
              </a:solidFill>
            </c:spPr>
          </c:dPt>
          <c:dPt>
            <c:idx val="167"/>
            <c:spPr>
              <a:solidFill xmlns:a="http://schemas.openxmlformats.org/drawingml/2006/main">
                <a:srgbClr val="9AA6A9"/>
              </a:solidFill>
            </c:spPr>
          </c:dPt>
          <c:dPt>
            <c:idx val="168"/>
            <c:spPr>
              <a:solidFill xmlns:a="http://schemas.openxmlformats.org/drawingml/2006/main">
                <a:srgbClr val="9AA6A9"/>
              </a:solidFill>
            </c:spPr>
          </c:dPt>
          <c:dPt>
            <c:idx val="169"/>
            <c:spPr>
              <a:solidFill xmlns:a="http://schemas.openxmlformats.org/drawingml/2006/main">
                <a:srgbClr val="1F7480"/>
              </a:solidFill>
            </c:spPr>
          </c:dPt>
          <c:dPt>
            <c:idx val="170"/>
            <c:spPr>
              <a:solidFill xmlns:a="http://schemas.openxmlformats.org/drawingml/2006/main">
                <a:srgbClr val="1F7480"/>
              </a:solidFill>
            </c:spPr>
          </c:dPt>
          <c:dPt>
            <c:idx val="171"/>
            <c:spPr>
              <a:solidFill xmlns:a="http://schemas.openxmlformats.org/drawingml/2006/main">
                <a:srgbClr val="9AA6A9"/>
              </a:solidFill>
            </c:spPr>
          </c:dPt>
          <c:dPt>
            <c:idx val="172"/>
            <c:spPr>
              <a:solidFill xmlns:a="http://schemas.openxmlformats.org/drawingml/2006/main">
                <a:srgbClr val="1F7480"/>
              </a:solidFill>
            </c:spPr>
          </c:dPt>
          <c:dPt>
            <c:idx val="173"/>
            <c:spPr>
              <a:solidFill xmlns:a="http://schemas.openxmlformats.org/drawingml/2006/main">
                <a:srgbClr val="1F7480"/>
              </a:solidFill>
            </c:spPr>
          </c:dPt>
          <c:dPt>
            <c:idx val="174"/>
            <c:spPr>
              <a:solidFill xmlns:a="http://schemas.openxmlformats.org/drawingml/2006/main">
                <a:srgbClr val="9AA6A9"/>
              </a:solidFill>
            </c:spPr>
          </c:dPt>
          <c:dPt>
            <c:idx val="175"/>
            <c:spPr>
              <a:solidFill xmlns:a="http://schemas.openxmlformats.org/drawingml/2006/main">
                <a:srgbClr val="1F7480"/>
              </a:solidFill>
            </c:spPr>
          </c:dPt>
          <c:dPt>
            <c:idx val="176"/>
            <c:spPr>
              <a:solidFill xmlns:a="http://schemas.openxmlformats.org/drawingml/2006/main">
                <a:srgbClr val="1F7480"/>
              </a:solidFill>
            </c:spPr>
          </c:dPt>
          <c:dPt>
            <c:idx val="177"/>
            <c:spPr>
              <a:solidFill xmlns:a="http://schemas.openxmlformats.org/drawingml/2006/main">
                <a:srgbClr val="1F7480"/>
              </a:solidFill>
            </c:spPr>
          </c:dPt>
          <c:dPt>
            <c:idx val="178"/>
            <c:spPr>
              <a:solidFill xmlns:a="http://schemas.openxmlformats.org/drawingml/2006/main">
                <a:srgbClr val="1F7480"/>
              </a:solidFill>
            </c:spPr>
          </c:dPt>
          <c:dPt>
            <c:idx val="179"/>
            <c:spPr>
              <a:solidFill xmlns:a="http://schemas.openxmlformats.org/drawingml/2006/main">
                <a:srgbClr val="1F7480"/>
              </a:solidFill>
            </c:spPr>
          </c:dPt>
          <c:dPt>
            <c:idx val="180"/>
            <c:spPr>
              <a:solidFill xmlns:a="http://schemas.openxmlformats.org/drawingml/2006/main">
                <a:srgbClr val="9AA6A9"/>
              </a:solidFill>
            </c:spPr>
          </c:dPt>
          <c:dPt>
            <c:idx val="181"/>
            <c:spPr>
              <a:solidFill xmlns:a="http://schemas.openxmlformats.org/drawingml/2006/main">
                <a:srgbClr val="1F7480"/>
              </a:solidFill>
            </c:spPr>
          </c:dPt>
          <c:dPt>
            <c:idx val="182"/>
            <c:spPr>
              <a:solidFill xmlns:a="http://schemas.openxmlformats.org/drawingml/2006/main">
                <a:srgbClr val="1F7480"/>
              </a:solidFill>
            </c:spPr>
          </c:dPt>
          <c:dPt>
            <c:idx val="183"/>
            <c:spPr>
              <a:solidFill xmlns:a="http://schemas.openxmlformats.org/drawingml/2006/main">
                <a:srgbClr val="1F7480"/>
              </a:solidFill>
            </c:spPr>
          </c:dPt>
          <c:dPt>
            <c:idx val="184"/>
            <c:spPr>
              <a:solidFill xmlns:a="http://schemas.openxmlformats.org/drawingml/2006/main">
                <a:srgbClr val="9AA6A9"/>
              </a:solidFill>
            </c:spPr>
          </c:dPt>
          <c:dPt>
            <c:idx val="185"/>
            <c:spPr>
              <a:solidFill xmlns:a="http://schemas.openxmlformats.org/drawingml/2006/main">
                <a:srgbClr val="9AA6A9"/>
              </a:solidFill>
            </c:spPr>
          </c:dPt>
          <c:dPt>
            <c:idx val="186"/>
            <c:spPr>
              <a:solidFill xmlns:a="http://schemas.openxmlformats.org/drawingml/2006/main">
                <a:srgbClr val="9AA6A9"/>
              </a:solidFill>
            </c:spPr>
          </c:dPt>
          <c:dPt>
            <c:idx val="187"/>
            <c:spPr>
              <a:solidFill xmlns:a="http://schemas.openxmlformats.org/drawingml/2006/main">
                <a:srgbClr val="1F7480"/>
              </a:solidFill>
            </c:spPr>
          </c:dPt>
          <c:dPt>
            <c:idx val="188"/>
            <c:spPr>
              <a:solidFill xmlns:a="http://schemas.openxmlformats.org/drawingml/2006/main">
                <a:srgbClr val="9AA6A9"/>
              </a:solidFill>
            </c:spPr>
          </c:dPt>
          <c:dPt>
            <c:idx val="189"/>
            <c:spPr>
              <a:solidFill xmlns:a="http://schemas.openxmlformats.org/drawingml/2006/main">
                <a:srgbClr val="9AA6A9"/>
              </a:solidFill>
            </c:spPr>
          </c:dPt>
          <c:dPt>
            <c:idx val="190"/>
            <c:spPr>
              <a:solidFill xmlns:a="http://schemas.openxmlformats.org/drawingml/2006/main">
                <a:srgbClr val="1F7480"/>
              </a:solidFill>
            </c:spPr>
          </c:dPt>
          <c:dPt>
            <c:idx val="191"/>
            <c:spPr>
              <a:solidFill xmlns:a="http://schemas.openxmlformats.org/drawingml/2006/main">
                <a:srgbClr val="1F7480"/>
              </a:solidFill>
            </c:spPr>
          </c:dPt>
          <c:dPt>
            <c:idx val="192"/>
            <c:spPr>
              <a:solidFill xmlns:a="http://schemas.openxmlformats.org/drawingml/2006/main">
                <a:srgbClr val="1F7480"/>
              </a:solidFill>
            </c:spPr>
          </c:dPt>
          <c:dPt>
            <c:idx val="193"/>
            <c:spPr>
              <a:solidFill xmlns:a="http://schemas.openxmlformats.org/drawingml/2006/main">
                <a:srgbClr val="1F7480"/>
              </a:solidFill>
            </c:spPr>
          </c:dPt>
          <c:dPt>
            <c:idx val="194"/>
            <c:spPr>
              <a:solidFill xmlns:a="http://schemas.openxmlformats.org/drawingml/2006/main">
                <a:srgbClr val="9AA6A9"/>
              </a:solidFill>
            </c:spPr>
          </c:dPt>
          <c:dPt>
            <c:idx val="195"/>
            <c:spPr>
              <a:solidFill xmlns:a="http://schemas.openxmlformats.org/drawingml/2006/main">
                <a:srgbClr val="9AA6A9"/>
              </a:solidFill>
            </c:spPr>
          </c:dPt>
          <c:dPt>
            <c:idx val="196"/>
            <c:spPr>
              <a:solidFill xmlns:a="http://schemas.openxmlformats.org/drawingml/2006/main">
                <a:srgbClr val="9AA6A9"/>
              </a:solidFill>
            </c:spPr>
          </c:dPt>
          <c:dPt>
            <c:idx val="197"/>
            <c:spPr>
              <a:solidFill xmlns:a="http://schemas.openxmlformats.org/drawingml/2006/main">
                <a:srgbClr val="1F7480"/>
              </a:solidFill>
            </c:spPr>
          </c:dPt>
          <c:dPt>
            <c:idx val="198"/>
            <c:spPr>
              <a:solidFill xmlns:a="http://schemas.openxmlformats.org/drawingml/2006/main">
                <a:srgbClr val="9AA6A9"/>
              </a:solidFill>
            </c:spPr>
          </c:dPt>
          <c:dPt>
            <c:idx val="199"/>
            <c:spPr>
              <a:solidFill xmlns:a="http://schemas.openxmlformats.org/drawingml/2006/main">
                <a:srgbClr val="9AA6A9"/>
              </a:solidFill>
            </c:spPr>
          </c:dPt>
          <c:dPt>
            <c:idx val="200"/>
            <c:spPr>
              <a:solidFill xmlns:a="http://schemas.openxmlformats.org/drawingml/2006/main">
                <a:srgbClr val="9AA6A9"/>
              </a:solidFill>
            </c:spPr>
          </c:dPt>
          <c:dPt>
            <c:idx val="201"/>
            <c:spPr>
              <a:solidFill xmlns:a="http://schemas.openxmlformats.org/drawingml/2006/main">
                <a:srgbClr val="9AA6A9"/>
              </a:solidFill>
            </c:spPr>
          </c:dPt>
          <c:dPt>
            <c:idx val="202"/>
            <c:spPr>
              <a:solidFill xmlns:a="http://schemas.openxmlformats.org/drawingml/2006/main">
                <a:srgbClr val="9AA6A9"/>
              </a:solidFill>
            </c:spPr>
          </c:dPt>
          <c:dPt>
            <c:idx val="203"/>
            <c:spPr>
              <a:solidFill xmlns:a="http://schemas.openxmlformats.org/drawingml/2006/main">
                <a:srgbClr val="1F7480"/>
              </a:solidFill>
            </c:spPr>
          </c:dPt>
          <c:dPt>
            <c:idx val="204"/>
            <c:spPr>
              <a:solidFill xmlns:a="http://schemas.openxmlformats.org/drawingml/2006/main">
                <a:srgbClr val="1F7480"/>
              </a:solidFill>
            </c:spPr>
          </c:dPt>
          <c:dPt>
            <c:idx val="205"/>
            <c:spPr>
              <a:solidFill xmlns:a="http://schemas.openxmlformats.org/drawingml/2006/main">
                <a:srgbClr val="9AA6A9"/>
              </a:solidFill>
            </c:spPr>
          </c:dPt>
          <c:dPt>
            <c:idx val="206"/>
            <c:spPr>
              <a:solidFill xmlns:a="http://schemas.openxmlformats.org/drawingml/2006/main">
                <a:srgbClr val="9AA6A9"/>
              </a:solidFill>
            </c:spPr>
          </c:dPt>
          <c:dPt>
            <c:idx val="207"/>
            <c:spPr>
              <a:solidFill xmlns:a="http://schemas.openxmlformats.org/drawingml/2006/main">
                <a:srgbClr val="1F7480"/>
              </a:solidFill>
            </c:spPr>
          </c:dPt>
          <c:dPt>
            <c:idx val="208"/>
            <c:spPr>
              <a:solidFill xmlns:a="http://schemas.openxmlformats.org/drawingml/2006/main">
                <a:srgbClr val="9AA6A9"/>
              </a:solidFill>
            </c:spPr>
          </c:dPt>
          <c:dPt>
            <c:idx val="209"/>
            <c:spPr>
              <a:solidFill xmlns:a="http://schemas.openxmlformats.org/drawingml/2006/main">
                <a:srgbClr val="9AA6A9"/>
              </a:solidFill>
            </c:spPr>
          </c:dPt>
          <c:dPt>
            <c:idx val="210"/>
            <c:spPr>
              <a:solidFill xmlns:a="http://schemas.openxmlformats.org/drawingml/2006/main">
                <a:srgbClr val="9AA6A9"/>
              </a:solidFill>
            </c:spPr>
          </c:dPt>
          <c:dPt>
            <c:idx val="211"/>
            <c:spPr>
              <a:solidFill xmlns:a="http://schemas.openxmlformats.org/drawingml/2006/main">
                <a:srgbClr val="1F7480"/>
              </a:solidFill>
            </c:spPr>
          </c:dPt>
          <c:dPt>
            <c:idx val="212"/>
            <c:spPr>
              <a:solidFill xmlns:a="http://schemas.openxmlformats.org/drawingml/2006/main">
                <a:srgbClr val="1F7480"/>
              </a:solidFill>
            </c:spPr>
          </c:dPt>
          <c:dPt>
            <c:idx val="213"/>
            <c:spPr>
              <a:solidFill xmlns:a="http://schemas.openxmlformats.org/drawingml/2006/main">
                <a:srgbClr val="1F7480"/>
              </a:solidFill>
            </c:spPr>
          </c:dPt>
          <c:dPt>
            <c:idx val="214"/>
            <c:spPr>
              <a:solidFill xmlns:a="http://schemas.openxmlformats.org/drawingml/2006/main">
                <a:srgbClr val="1F7480"/>
              </a:solidFill>
            </c:spPr>
          </c:dPt>
          <c:dPt>
            <c:idx val="215"/>
            <c:spPr>
              <a:solidFill xmlns:a="http://schemas.openxmlformats.org/drawingml/2006/main">
                <a:srgbClr val="9AA6A9"/>
              </a:solidFill>
            </c:spPr>
          </c:dPt>
          <c:dPt>
            <c:idx val="216"/>
            <c:spPr>
              <a:solidFill xmlns:a="http://schemas.openxmlformats.org/drawingml/2006/main">
                <a:srgbClr val="1F7480"/>
              </a:solidFill>
            </c:spPr>
          </c:dPt>
          <c:dPt>
            <c:idx val="217"/>
            <c:spPr>
              <a:solidFill xmlns:a="http://schemas.openxmlformats.org/drawingml/2006/main">
                <a:srgbClr val="9AA6A9"/>
              </a:solidFill>
            </c:spPr>
          </c:dPt>
          <c:dPt>
            <c:idx val="218"/>
            <c:spPr>
              <a:solidFill xmlns:a="http://schemas.openxmlformats.org/drawingml/2006/main">
                <a:srgbClr val="9AA6A9"/>
              </a:solidFill>
            </c:spPr>
          </c:dPt>
          <c:dPt>
            <c:idx val="219"/>
            <c:spPr>
              <a:solidFill xmlns:a="http://schemas.openxmlformats.org/drawingml/2006/main">
                <a:srgbClr val="1F7480"/>
              </a:solidFill>
            </c:spPr>
          </c:dPt>
          <c:dPt>
            <c:idx val="220"/>
            <c:spPr>
              <a:solidFill xmlns:a="http://schemas.openxmlformats.org/drawingml/2006/main">
                <a:srgbClr val="1F7480"/>
              </a:solidFill>
            </c:spPr>
          </c:dPt>
          <c:dPt>
            <c:idx val="221"/>
            <c:spPr>
              <a:solidFill xmlns:a="http://schemas.openxmlformats.org/drawingml/2006/main">
                <a:srgbClr val="9AA6A9"/>
              </a:solidFill>
            </c:spPr>
          </c:dPt>
          <c:dPt>
            <c:idx val="222"/>
            <c:spPr>
              <a:solidFill xmlns:a="http://schemas.openxmlformats.org/drawingml/2006/main">
                <a:srgbClr val="1F7480"/>
              </a:solidFill>
            </c:spPr>
          </c:dPt>
          <c:dPt>
            <c:idx val="223"/>
            <c:spPr>
              <a:solidFill xmlns:a="http://schemas.openxmlformats.org/drawingml/2006/main">
                <a:srgbClr val="1F7480"/>
              </a:solidFill>
            </c:spPr>
          </c:dPt>
          <c:dPt>
            <c:idx val="224"/>
            <c:spPr>
              <a:solidFill xmlns:a="http://schemas.openxmlformats.org/drawingml/2006/main">
                <a:srgbClr val="1F7480"/>
              </a:solidFill>
            </c:spPr>
          </c:dPt>
          <c:dPt>
            <c:idx val="225"/>
            <c:spPr>
              <a:solidFill xmlns:a="http://schemas.openxmlformats.org/drawingml/2006/main">
                <a:srgbClr val="1F7480"/>
              </a:solidFill>
            </c:spPr>
          </c:dPt>
          <c:dPt>
            <c:idx val="226"/>
            <c:spPr>
              <a:solidFill xmlns:a="http://schemas.openxmlformats.org/drawingml/2006/main">
                <a:srgbClr val="9AA6A9"/>
              </a:solidFill>
            </c:spPr>
          </c:dPt>
          <c:dPt>
            <c:idx val="227"/>
            <c:spPr>
              <a:solidFill xmlns:a="http://schemas.openxmlformats.org/drawingml/2006/main">
                <a:srgbClr val="1F7480"/>
              </a:solidFill>
            </c:spPr>
          </c:dPt>
          <c:dPt>
            <c:idx val="228"/>
            <c:spPr>
              <a:solidFill xmlns:a="http://schemas.openxmlformats.org/drawingml/2006/main">
                <a:srgbClr val="1F7480"/>
              </a:solidFill>
            </c:spPr>
          </c:dPt>
          <c:dPt>
            <c:idx val="229"/>
            <c:spPr>
              <a:solidFill xmlns:a="http://schemas.openxmlformats.org/drawingml/2006/main">
                <a:srgbClr val="9AA6A9"/>
              </a:solidFill>
            </c:spPr>
          </c:dPt>
          <c:dPt>
            <c:idx val="230"/>
            <c:spPr>
              <a:solidFill xmlns:a="http://schemas.openxmlformats.org/drawingml/2006/main">
                <a:srgbClr val="1F7480"/>
              </a:solidFill>
            </c:spPr>
          </c:dPt>
          <c:dPt>
            <c:idx val="231"/>
            <c:spPr>
              <a:solidFill xmlns:a="http://schemas.openxmlformats.org/drawingml/2006/main">
                <a:srgbClr val="9AA6A9"/>
              </a:solidFill>
            </c:spPr>
          </c:dPt>
          <c:dPt>
            <c:idx val="232"/>
            <c:spPr>
              <a:solidFill xmlns:a="http://schemas.openxmlformats.org/drawingml/2006/main">
                <a:srgbClr val="1F7480"/>
              </a:solidFill>
            </c:spPr>
          </c:dPt>
          <c:dPt>
            <c:idx val="233"/>
            <c:spPr>
              <a:solidFill xmlns:a="http://schemas.openxmlformats.org/drawingml/2006/main">
                <a:srgbClr val="1F7480"/>
              </a:solidFill>
            </c:spPr>
          </c:dPt>
          <c:dPt>
            <c:idx val="234"/>
            <c:spPr>
              <a:solidFill xmlns:a="http://schemas.openxmlformats.org/drawingml/2006/main">
                <a:srgbClr val="9AA6A9"/>
              </a:solidFill>
            </c:spPr>
          </c:dPt>
          <c:dPt>
            <c:idx val="235"/>
            <c:spPr>
              <a:solidFill xmlns:a="http://schemas.openxmlformats.org/drawingml/2006/main">
                <a:srgbClr val="9AA6A9"/>
              </a:solidFill>
            </c:spPr>
          </c:dPt>
          <c:dPt>
            <c:idx val="236"/>
            <c:spPr>
              <a:solidFill xmlns:a="http://schemas.openxmlformats.org/drawingml/2006/main">
                <a:srgbClr val="9AA6A9"/>
              </a:solidFill>
            </c:spPr>
          </c:dPt>
          <c:xVal>
            <c:numRef>
              <c:f>'Chart Data'!$A$2:$A$238</c:f>
              <c:numCache>
                <c:formatCode>General</c:formatCode>
                <c:ptCount val="237"/>
                <c:pt idx="0">
                  <c:v>4.8403</c:v>
                </c:pt>
                <c:pt idx="1">
                  <c:v>1.3479</c:v>
                </c:pt>
                <c:pt idx="2">
                  <c:v>2.7662</c:v>
                </c:pt>
                <c:pt idx="3">
                  <c:v>2.2859</c:v>
                </c:pt>
                <c:pt idx="4">
                  <c:v>1.0815</c:v>
                </c:pt>
                <c:pt idx="5">
                  <c:v>5.1239</c:v>
                </c:pt>
                <c:pt idx="6">
                  <c:v>1.5783</c:v>
                </c:pt>
                <c:pt idx="7">
                  <c:v>1.6705</c:v>
                </c:pt>
                <c:pt idx="8">
                  <c:v>1.5</c:v>
                </c:pt>
                <c:pt idx="9">
                  <c:v>1.638</c:v>
                </c:pt>
                <c:pt idx="10">
                  <c:v>1.3175</c:v>
                </c:pt>
                <c:pt idx="11">
                  <c:v>1.3728</c:v>
                </c:pt>
                <c:pt idx="12">
                  <c:v>1.8235</c:v>
                </c:pt>
                <c:pt idx="13">
                  <c:v>2.163</c:v>
                </c:pt>
                <c:pt idx="14">
                  <c:v>1.714</c:v>
                </c:pt>
                <c:pt idx="15">
                  <c:v>1.7081</c:v>
                </c:pt>
                <c:pt idx="16">
                  <c:v>1.3795</c:v>
                </c:pt>
                <c:pt idx="17">
                  <c:v>1.4011</c:v>
                </c:pt>
                <c:pt idx="18">
                  <c:v>1.4625</c:v>
                </c:pt>
                <c:pt idx="19">
                  <c:v>2.547</c:v>
                </c:pt>
                <c:pt idx="20">
                  <c:v>1.4855</c:v>
                </c:pt>
                <c:pt idx="21">
                  <c:v>2.7316</c:v>
                </c:pt>
                <c:pt idx="22">
                  <c:v>1.6191</c:v>
                </c:pt>
                <c:pt idx="23">
                  <c:v>2.0072</c:v>
                </c:pt>
                <c:pt idx="24">
                  <c:v>3.5573</c:v>
                </c:pt>
                <c:pt idx="25">
                  <c:v>1.0449</c:v>
                </c:pt>
                <c:pt idx="26">
                  <c:v>1.747</c:v>
                </c:pt>
                <c:pt idx="27">
                  <c:v>1.7494</c:v>
                </c:pt>
                <c:pt idx="28">
                  <c:v>2.1152</c:v>
                </c:pt>
                <c:pt idx="29">
                  <c:v>4.8784</c:v>
                </c:pt>
                <c:pt idx="30">
                  <c:v>1.2076</c:v>
                </c:pt>
                <c:pt idx="31">
                  <c:v>2.5794</c:v>
                </c:pt>
                <c:pt idx="32">
                  <c:v>4.322</c:v>
                </c:pt>
                <c:pt idx="33">
                  <c:v>1.3494</c:v>
                </c:pt>
                <c:pt idx="34">
                  <c:v>1.5219</c:v>
                </c:pt>
                <c:pt idx="35">
                  <c:v>1.5309</c:v>
                </c:pt>
                <c:pt idx="36">
                  <c:v>6.0117</c:v>
                </c:pt>
                <c:pt idx="37">
                  <c:v>1.9737</c:v>
                </c:pt>
                <c:pt idx="38">
                  <c:v>6.1203</c:v>
                </c:pt>
                <c:pt idx="39">
                  <c:v>1.1671</c:v>
                </c:pt>
                <c:pt idx="40">
                  <c:v>0.9995</c:v>
                </c:pt>
                <c:pt idx="41">
                  <c:v>0.87</c:v>
                </c:pt>
                <c:pt idx="42">
                  <c:v>1.6452</c:v>
                </c:pt>
                <c:pt idx="43">
                  <c:v>3.8779</c:v>
                </c:pt>
                <c:pt idx="44">
                  <c:v>4.6163</c:v>
                </c:pt>
                <c:pt idx="45">
                  <c:v>4.1567</c:v>
                </c:pt>
                <c:pt idx="46">
                  <c:v>6.0505</c:v>
                </c:pt>
                <c:pt idx="47">
                  <c:v>2.045</c:v>
                </c:pt>
                <c:pt idx="48">
                  <c:v>1.33</c:v>
                </c:pt>
                <c:pt idx="49">
                  <c:v>1.4677</c:v>
                </c:pt>
                <c:pt idx="50">
                  <c:v>1.4393</c:v>
                </c:pt>
                <c:pt idx="51">
                  <c:v>1.3891</c:v>
                </c:pt>
                <c:pt idx="52">
                  <c:v>1.448</c:v>
                </c:pt>
                <c:pt idx="53">
                  <c:v>4.5564</c:v>
                </c:pt>
                <c:pt idx="54">
                  <c:v>1.5109</c:v>
                </c:pt>
                <c:pt idx="55">
                  <c:v>1.4837</c:v>
                </c:pt>
                <c:pt idx="56">
                  <c:v>2.2429</c:v>
                </c:pt>
                <c:pt idx="57">
                  <c:v>1.8228</c:v>
                </c:pt>
                <c:pt idx="58">
                  <c:v>1.7751</c:v>
                </c:pt>
                <c:pt idx="59">
                  <c:v>4.0813</c:v>
                </c:pt>
                <c:pt idx="60">
                  <c:v>3.9885</c:v>
                </c:pt>
                <c:pt idx="61">
                  <c:v>3.7135</c:v>
                </c:pt>
                <c:pt idx="62">
                  <c:v>1.35</c:v>
                </c:pt>
                <c:pt idx="63">
                  <c:v>2.2402</c:v>
                </c:pt>
                <c:pt idx="64">
                  <c:v>1.6852</c:v>
                </c:pt>
                <c:pt idx="65">
                  <c:v>2.2811</c:v>
                </c:pt>
                <c:pt idx="66">
                  <c:v>1.2803</c:v>
                </c:pt>
                <c:pt idx="67">
                  <c:v>1.6389</c:v>
                </c:pt>
                <c:pt idx="68">
                  <c:v>3.3877</c:v>
                </c:pt>
                <c:pt idx="69">
                  <c:v>1.5012</c:v>
                </c:pt>
                <c:pt idx="70">
                  <c:v>2.6092</c:v>
                </c:pt>
                <c:pt idx="71">
                  <c:v>3.6473</c:v>
                </c:pt>
                <c:pt idx="72">
                  <c:v>1.81</c:v>
                </c:pt>
                <c:pt idx="73">
                  <c:v>4.0058</c:v>
                </c:pt>
                <c:pt idx="74">
                  <c:v>3.3114</c:v>
                </c:pt>
                <c:pt idx="75">
                  <c:v>1.4414</c:v>
                </c:pt>
                <c:pt idx="76">
                  <c:v>3.3967</c:v>
                </c:pt>
                <c:pt idx="77">
                  <c:v>1.8881</c:v>
                </c:pt>
                <c:pt idx="78">
                  <c:v>3.1474</c:v>
                </c:pt>
                <c:pt idx="79">
                  <c:v>1.3336</c:v>
                </c:pt>
                <c:pt idx="80">
                  <c:v>1.9497</c:v>
                </c:pt>
                <c:pt idx="81">
                  <c:v>1.4874</c:v>
                </c:pt>
                <c:pt idx="82">
                  <c:v>2.0887</c:v>
                </c:pt>
                <c:pt idx="83">
                  <c:v>2.7808</c:v>
                </c:pt>
                <c:pt idx="84">
                  <c:v>2.3108</c:v>
                </c:pt>
                <c:pt idx="85">
                  <c:v>4.2175</c:v>
                </c:pt>
                <c:pt idx="86">
                  <c:v>2.4125</c:v>
                </c:pt>
                <c:pt idx="87">
                  <c:v>2.6557</c:v>
                </c:pt>
                <c:pt idx="88">
                  <c:v>1</c:v>
                </c:pt>
                <c:pt idx="89">
                  <c:v>2.5002</c:v>
                </c:pt>
                <c:pt idx="90">
                  <c:v>0.7169</c:v>
                </c:pt>
                <c:pt idx="91">
                  <c:v>1.486</c:v>
                </c:pt>
                <c:pt idx="92">
                  <c:v>1.5401</c:v>
                </c:pt>
                <c:pt idx="93">
                  <c:v>1.9754</c:v>
                </c:pt>
                <c:pt idx="94">
                  <c:v>2.1267</c:v>
                </c:pt>
                <c:pt idx="95">
                  <c:v>1.6952</c:v>
                </c:pt>
                <c:pt idx="96">
                  <c:v>3.2485</c:v>
                </c:pt>
                <c:pt idx="97">
                  <c:v>1.5977</c:v>
                </c:pt>
                <c:pt idx="98">
                  <c:v>2.8301</c:v>
                </c:pt>
                <c:pt idx="99">
                  <c:v>1.1977</c:v>
                </c:pt>
                <c:pt idx="100">
                  <c:v>4.2828</c:v>
                </c:pt>
                <c:pt idx="101">
                  <c:v>1.3577</c:v>
                </c:pt>
                <c:pt idx="102">
                  <c:v>1.2079</c:v>
                </c:pt>
                <c:pt idx="103">
                  <c:v>3.0124</c:v>
                </c:pt>
                <c:pt idx="104">
                  <c:v>2.6392</c:v>
                </c:pt>
                <c:pt idx="105">
                  <c:v>3.2076</c:v>
                </c:pt>
                <c:pt idx="106">
                  <c:v>1.7803</c:v>
                </c:pt>
                <c:pt idx="107">
                  <c:v>0.72</c:v>
                </c:pt>
                <c:pt idx="108">
                  <c:v>1.5454</c:v>
                </c:pt>
                <c:pt idx="109">
                  <c:v>1.5246</c:v>
                </c:pt>
                <c:pt idx="110">
                  <c:v>2.8</c:v>
                </c:pt>
                <c:pt idx="111">
                  <c:v>2.4209</c:v>
                </c:pt>
                <c:pt idx="112">
                  <c:v>2.2395</c:v>
                </c:pt>
                <c:pt idx="113">
                  <c:v>2.694</c:v>
                </c:pt>
                <c:pt idx="114">
                  <c:v>1.3375</c:v>
                </c:pt>
                <c:pt idx="115">
                  <c:v>3.9498</c:v>
                </c:pt>
                <c:pt idx="116">
                  <c:v>2.3546</c:v>
                </c:pt>
                <c:pt idx="117">
                  <c:v>1.5374</c:v>
                </c:pt>
                <c:pt idx="118">
                  <c:v>1.201</c:v>
                </c:pt>
                <c:pt idx="119">
                  <c:v>1.396</c:v>
                </c:pt>
                <c:pt idx="120">
                  <c:v>0.6616</c:v>
                </c:pt>
                <c:pt idx="121">
                  <c:v>3.9724</c:v>
                </c:pt>
                <c:pt idx="122">
                  <c:v>3.6483</c:v>
                </c:pt>
                <c:pt idx="123">
                  <c:v>1.55</c:v>
                </c:pt>
                <c:pt idx="124">
                  <c:v>1.5752</c:v>
                </c:pt>
                <c:pt idx="125">
                  <c:v>5.6141</c:v>
                </c:pt>
                <c:pt idx="126">
                  <c:v>1.0976</c:v>
                </c:pt>
                <c:pt idx="127">
                  <c:v>2.0095</c:v>
                </c:pt>
                <c:pt idx="128">
                  <c:v>4.6973</c:v>
                </c:pt>
                <c:pt idx="129">
                  <c:v>1.2407</c:v>
                </c:pt>
                <c:pt idx="130">
                  <c:v>1.91</c:v>
                </c:pt>
                <c:pt idx="131">
                  <c:v>2.1099</c:v>
                </c:pt>
                <c:pt idx="132">
                  <c:v>2.685</c:v>
                </c:pt>
                <c:pt idx="133">
                  <c:v>1.7306</c:v>
                </c:pt>
                <c:pt idx="134">
                  <c:v>1.8026</c:v>
                </c:pt>
                <c:pt idx="135">
                  <c:v>1.4442</c:v>
                </c:pt>
                <c:pt idx="136">
                  <c:v>2.2303</c:v>
                </c:pt>
                <c:pt idx="137">
                  <c:v>4.7628</c:v>
                </c:pt>
                <c:pt idx="138">
                  <c:v>2.5251</c:v>
                </c:pt>
                <c:pt idx="139">
                  <c:v>3.2118</c:v>
                </c:pt>
                <c:pt idx="140">
                  <c:v>3.3312</c:v>
                </c:pt>
                <c:pt idx="141">
                  <c:v>1.9841</c:v>
                </c:pt>
                <c:pt idx="142">
                  <c:v>1.43</c:v>
                </c:pt>
                <c:pt idx="143">
                  <c:v>1.0733</c:v>
                </c:pt>
                <c:pt idx="144">
                  <c:v>1.6023</c:v>
                </c:pt>
                <c:pt idx="145">
                  <c:v>1.4468</c:v>
                </c:pt>
                <c:pt idx="146">
                  <c:v>1.4732</c:v>
                </c:pt>
                <c:pt idx="147">
                  <c:v>1.9803</c:v>
                </c:pt>
                <c:pt idx="148">
                  <c:v>3.5958</c:v>
                </c:pt>
                <c:pt idx="149">
                  <c:v>1.6671</c:v>
                </c:pt>
                <c:pt idx="150">
                  <c:v>2.218</c:v>
                </c:pt>
                <c:pt idx="151">
                  <c:v>6.0615</c:v>
                </c:pt>
                <c:pt idx="152">
                  <c:v>4.4817</c:v>
                </c:pt>
                <c:pt idx="153">
                  <c:v>2.5137</c:v>
                </c:pt>
                <c:pt idx="154">
                  <c:v>1.4048</c:v>
                </c:pt>
                <c:pt idx="155">
                  <c:v>2.3485</c:v>
                </c:pt>
                <c:pt idx="156">
                  <c:v>2.7485</c:v>
                </c:pt>
                <c:pt idx="157">
                  <c:v>2.9191</c:v>
                </c:pt>
                <c:pt idx="158">
                  <c:v>1.9067</c:v>
                </c:pt>
                <c:pt idx="159">
                  <c:v>3.6052</c:v>
                </c:pt>
                <c:pt idx="160">
                  <c:v>2.1192</c:v>
                </c:pt>
                <c:pt idx="161">
                  <c:v>3.0995</c:v>
                </c:pt>
                <c:pt idx="162">
                  <c:v>2.4224</c:v>
                </c:pt>
                <c:pt idx="163">
                  <c:v>1.9802</c:v>
                </c:pt>
                <c:pt idx="164">
                  <c:v>1.9157</c:v>
                </c:pt>
                <c:pt idx="165">
                  <c:v>1.2994</c:v>
                </c:pt>
                <c:pt idx="166">
                  <c:v>1.5078</c:v>
                </c:pt>
                <c:pt idx="167">
                  <c:v>3.8361</c:v>
                </c:pt>
                <c:pt idx="168">
                  <c:v>2.7074</c:v>
                </c:pt>
                <c:pt idx="169">
                  <c:v>0.9413</c:v>
                </c:pt>
                <c:pt idx="170">
                  <c:v>1.7292</c:v>
                </c:pt>
                <c:pt idx="171">
                  <c:v>2.1742</c:v>
                </c:pt>
                <c:pt idx="172">
                  <c:v>1.7133</c:v>
                </c:pt>
                <c:pt idx="173">
                  <c:v>1.449</c:v>
                </c:pt>
                <c:pt idx="174">
                  <c:v>3.6982</c:v>
                </c:pt>
                <c:pt idx="175">
                  <c:v>0.8007</c:v>
                </c:pt>
                <c:pt idx="176">
                  <c:v>1.6356</c:v>
                </c:pt>
                <c:pt idx="177">
                  <c:v>1.5051</c:v>
                </c:pt>
                <c:pt idx="178">
                  <c:v>1.3644</c:v>
                </c:pt>
                <c:pt idx="179">
                  <c:v>1.3794</c:v>
                </c:pt>
                <c:pt idx="180">
                  <c:v>2.718</c:v>
                </c:pt>
                <c:pt idx="181">
                  <c:v>1.267</c:v>
                </c:pt>
                <c:pt idx="182">
                  <c:v>1.7753</c:v>
                </c:pt>
                <c:pt idx="183">
                  <c:v>1.1494</c:v>
                </c:pt>
                <c:pt idx="184">
                  <c:v>3.6444</c:v>
                </c:pt>
                <c:pt idx="185">
                  <c:v>2.2803</c:v>
                </c:pt>
                <c:pt idx="186">
                  <c:v>3.8185</c:v>
                </c:pt>
                <c:pt idx="187">
                  <c:v>1.5</c:v>
                </c:pt>
                <c:pt idx="188">
                  <c:v>2.1334</c:v>
                </c:pt>
                <c:pt idx="189">
                  <c:v>3.7914</c:v>
                </c:pt>
                <c:pt idx="190">
                  <c:v>0.9429</c:v>
                </c:pt>
                <c:pt idx="191">
                  <c:v>1.56</c:v>
                </c:pt>
                <c:pt idx="192">
                  <c:v>1.9125</c:v>
                </c:pt>
                <c:pt idx="193">
                  <c:v>1.5761</c:v>
                </c:pt>
                <c:pt idx="194">
                  <c:v>6.1319</c:v>
                </c:pt>
                <c:pt idx="195">
                  <c:v>2.2157</c:v>
                </c:pt>
                <c:pt idx="196">
                  <c:v>3.7239</c:v>
                </c:pt>
                <c:pt idx="197">
                  <c:v>1.2131</c:v>
                </c:pt>
                <c:pt idx="198">
                  <c:v>3.8638</c:v>
                </c:pt>
                <c:pt idx="199">
                  <c:v>4.3227</c:v>
                </c:pt>
                <c:pt idx="200">
                  <c:v>2.1638</c:v>
                </c:pt>
                <c:pt idx="201">
                  <c:v>2.2493</c:v>
                </c:pt>
                <c:pt idx="202">
                  <c:v>2.7525</c:v>
                </c:pt>
                <c:pt idx="203">
                  <c:v>1.4301</c:v>
                </c:pt>
                <c:pt idx="204">
                  <c:v>1.4331</c:v>
                </c:pt>
                <c:pt idx="205">
                  <c:v>2.7122</c:v>
                </c:pt>
                <c:pt idx="206">
                  <c:v>3.0723</c:v>
                </c:pt>
                <c:pt idx="207">
                  <c:v>1.2125</c:v>
                </c:pt>
                <c:pt idx="208">
                  <c:v>4.1924</c:v>
                </c:pt>
                <c:pt idx="209">
                  <c:v>2.6124</c:v>
                </c:pt>
                <c:pt idx="210">
                  <c:v>3.1295</c:v>
                </c:pt>
                <c:pt idx="211">
                  <c:v>1.5315</c:v>
                </c:pt>
                <c:pt idx="212">
                  <c:v>1.2</c:v>
                </c:pt>
                <c:pt idx="213">
                  <c:v>1.8323</c:v>
                </c:pt>
                <c:pt idx="214">
                  <c:v>1.625</c:v>
                </c:pt>
                <c:pt idx="215">
                  <c:v>2.6901</c:v>
                </c:pt>
                <c:pt idx="216">
                  <c:v>1.4632</c:v>
                </c:pt>
                <c:pt idx="217">
                  <c:v>3.2078</c:v>
                </c:pt>
                <c:pt idx="218">
                  <c:v>4.2829</c:v>
                </c:pt>
                <c:pt idx="219">
                  <c:v>0.977</c:v>
                </c:pt>
                <c:pt idx="220">
                  <c:v>1.4647</c:v>
                </c:pt>
                <c:pt idx="221">
                  <c:v>2.75</c:v>
                </c:pt>
                <c:pt idx="222">
                  <c:v>1.56</c:v>
                </c:pt>
                <c:pt idx="223">
                  <c:v>1.3619</c:v>
                </c:pt>
                <c:pt idx="224">
                  <c:v>1.3706</c:v>
                </c:pt>
                <c:pt idx="225">
                  <c:v>1.5482</c:v>
                </c:pt>
                <c:pt idx="226">
                  <c:v>4.6063</c:v>
                </c:pt>
                <c:pt idx="227">
                  <c:v>1.6236</c:v>
                </c:pt>
                <c:pt idx="228">
                  <c:v>2.0904</c:v>
                </c:pt>
                <c:pt idx="229">
                  <c:v>4.1857</c:v>
                </c:pt>
                <c:pt idx="230">
                  <c:v>1.4089</c:v>
                </c:pt>
                <c:pt idx="231">
                  <c:v>3.5</c:v>
                </c:pt>
                <c:pt idx="232">
                  <c:v>2.0793</c:v>
                </c:pt>
                <c:pt idx="233">
                  <c:v>1.4097</c:v>
                </c:pt>
                <c:pt idx="234">
                  <c:v>3.8292</c:v>
                </c:pt>
                <c:pt idx="235">
                  <c:v>4.59</c:v>
                </c:pt>
                <c:pt idx="236">
                  <c:v>4.1014</c:v>
                </c:pt>
              </c:numCache>
            </c:numRef>
          </c:xVal>
          <c:yVal>
            <c:numRef>
              <c:f>'Chart Data'!$B$2:$B$238</c:f>
              <c:numCache>
                <c:formatCode>0</c:formatCode>
                <c:ptCount val="237"/>
                <c:pt idx="0">
                  <c:v>81.32796859</c:v>
                </c:pt>
                <c:pt idx="1">
                  <c:v>-19.64163402</c:v>
                </c:pt>
                <c:pt idx="2">
                  <c:v>27.65281143</c:v>
                </c:pt>
                <c:pt idx="3">
                  <c:v>-20.19049235</c:v>
                </c:pt>
                <c:pt idx="4">
                  <c:v>1.22331671</c:v>
                </c:pt>
                <c:pt idx="5">
                  <c:v>96.9753374</c:v>
                </c:pt>
                <c:pt idx="6">
                  <c:v>1.79157447</c:v>
                </c:pt>
                <c:pt idx="7">
                  <c:v>8.92538411</c:v>
                </c:pt>
                <c:pt idx="8">
                  <c:v>5.90524378</c:v>
                </c:pt>
                <c:pt idx="9">
                  <c:v>21.89700666</c:v>
                </c:pt>
                <c:pt idx="10">
                  <c:v>-4.23703431</c:v>
                </c:pt>
                <c:pt idx="11">
                  <c:v>5.97228536</c:v>
                </c:pt>
                <c:pt idx="12">
                  <c:v>34.16284378</c:v>
                </c:pt>
                <c:pt idx="13">
                  <c:v>24.15704345</c:v>
                </c:pt>
                <c:pt idx="14">
                  <c:v>-16.11288289</c:v>
                </c:pt>
                <c:pt idx="15">
                  <c:v>-6.19528572</c:v>
                </c:pt>
                <c:pt idx="16">
                  <c:v>1.26622635</c:v>
                </c:pt>
                <c:pt idx="17">
                  <c:v>-11.57842652</c:v>
                </c:pt>
                <c:pt idx="18">
                  <c:v>11.75089278</c:v>
                </c:pt>
                <c:pt idx="19">
                  <c:v>30.24185437</c:v>
                </c:pt>
                <c:pt idx="20">
                  <c:v>-22.24307865</c:v>
                </c:pt>
                <c:pt idx="21">
                  <c:v>36.90325176</c:v>
                </c:pt>
                <c:pt idx="22">
                  <c:v>2.89691632</c:v>
                </c:pt>
                <c:pt idx="23">
                  <c:v>24.53241632</c:v>
                </c:pt>
                <c:pt idx="24">
                  <c:v>60.68429069</c:v>
                </c:pt>
                <c:pt idx="25">
                  <c:v>2.81231724</c:v>
                </c:pt>
                <c:pt idx="26">
                  <c:v>12.64741174</c:v>
                </c:pt>
                <c:pt idx="27">
                  <c:v>-19.94403547</c:v>
                </c:pt>
                <c:pt idx="28">
                  <c:v>7.93430382</c:v>
                </c:pt>
                <c:pt idx="29">
                  <c:v>72.61380099</c:v>
                </c:pt>
                <c:pt idx="30">
                  <c:v>-17.61145679</c:v>
                </c:pt>
                <c:pt idx="31">
                  <c:v>24.75680404</c:v>
                </c:pt>
                <c:pt idx="32">
                  <c:v>76.19317771</c:v>
                </c:pt>
                <c:pt idx="33">
                  <c:v>15.19567872</c:v>
                </c:pt>
                <c:pt idx="34">
                  <c:v>8.107881</c:v>
                </c:pt>
                <c:pt idx="35">
                  <c:v>40.33841315</c:v>
                </c:pt>
                <c:pt idx="36">
                  <c:v>100.5192311</c:v>
                </c:pt>
                <c:pt idx="37">
                  <c:v>7.69908132</c:v>
                </c:pt>
                <c:pt idx="38">
                  <c:v>93.60193964</c:v>
                </c:pt>
                <c:pt idx="39">
                  <c:v>3.19442139</c:v>
                </c:pt>
                <c:pt idx="40">
                  <c:v>-10.94064545</c:v>
                </c:pt>
                <c:pt idx="41">
                  <c:v>-16.02877337</c:v>
                </c:pt>
                <c:pt idx="42">
                  <c:v>12.87559304</c:v>
                </c:pt>
                <c:pt idx="43">
                  <c:v>51.30523106</c:v>
                </c:pt>
                <c:pt idx="44">
                  <c:v>98.72934643</c:v>
                </c:pt>
                <c:pt idx="45">
                  <c:v>74.3421469</c:v>
                </c:pt>
                <c:pt idx="46">
                  <c:v>100.772816</c:v>
                </c:pt>
                <c:pt idx="47">
                  <c:v>-32.93477483</c:v>
                </c:pt>
                <c:pt idx="48">
                  <c:v>4.70354577</c:v>
                </c:pt>
                <c:pt idx="49">
                  <c:v>-16.51053458</c:v>
                </c:pt>
                <c:pt idx="50">
                  <c:v>-14.33818159</c:v>
                </c:pt>
                <c:pt idx="51">
                  <c:v>11.54547479</c:v>
                </c:pt>
                <c:pt idx="52">
                  <c:v>-8.8134202</c:v>
                </c:pt>
                <c:pt idx="53">
                  <c:v>69.62973503</c:v>
                </c:pt>
                <c:pt idx="54">
                  <c:v>2.72548028</c:v>
                </c:pt>
                <c:pt idx="55">
                  <c:v>-4.67047458</c:v>
                </c:pt>
                <c:pt idx="56">
                  <c:v>14.06842433</c:v>
                </c:pt>
                <c:pt idx="57">
                  <c:v>17.9814197</c:v>
                </c:pt>
                <c:pt idx="58">
                  <c:v>5.39239103</c:v>
                </c:pt>
                <c:pt idx="59">
                  <c:v>66.91489919</c:v>
                </c:pt>
                <c:pt idx="60">
                  <c:v>71.22915263</c:v>
                </c:pt>
                <c:pt idx="61">
                  <c:v>61.53005043</c:v>
                </c:pt>
                <c:pt idx="62">
                  <c:v>-13.86764149</c:v>
                </c:pt>
                <c:pt idx="63">
                  <c:v>14.28908619</c:v>
                </c:pt>
                <c:pt idx="64">
                  <c:v>-8.21325648</c:v>
                </c:pt>
                <c:pt idx="65">
                  <c:v>7.92104854</c:v>
                </c:pt>
                <c:pt idx="66">
                  <c:v>-4.5135783</c:v>
                </c:pt>
                <c:pt idx="67">
                  <c:v>2.6027368</c:v>
                </c:pt>
                <c:pt idx="68">
                  <c:v>53.16952161</c:v>
                </c:pt>
                <c:pt idx="69">
                  <c:v>1.32911257</c:v>
                </c:pt>
                <c:pt idx="70">
                  <c:v>31.39269446</c:v>
                </c:pt>
                <c:pt idx="71">
                  <c:v>61.35432599</c:v>
                </c:pt>
                <c:pt idx="72">
                  <c:v>-3.66110542</c:v>
                </c:pt>
                <c:pt idx="73">
                  <c:v>56.65492203</c:v>
                </c:pt>
                <c:pt idx="74">
                  <c:v>54.06979198</c:v>
                </c:pt>
                <c:pt idx="75">
                  <c:v>-7.41305775</c:v>
                </c:pt>
                <c:pt idx="76">
                  <c:v>47.38386436</c:v>
                </c:pt>
                <c:pt idx="77">
                  <c:v>27.79619209</c:v>
                </c:pt>
                <c:pt idx="78">
                  <c:v>36.13726063</c:v>
                </c:pt>
                <c:pt idx="79">
                  <c:v>-12.80577429</c:v>
                </c:pt>
                <c:pt idx="80">
                  <c:v>-10.48082601</c:v>
                </c:pt>
                <c:pt idx="81">
                  <c:v>-3.15906278</c:v>
                </c:pt>
                <c:pt idx="82">
                  <c:v>-12.8173602</c:v>
                </c:pt>
                <c:pt idx="83">
                  <c:v>14.32442942</c:v>
                </c:pt>
                <c:pt idx="84">
                  <c:v>34.58627207</c:v>
                </c:pt>
                <c:pt idx="85">
                  <c:v>59.43550822</c:v>
                </c:pt>
                <c:pt idx="86">
                  <c:v>13.36479885</c:v>
                </c:pt>
                <c:pt idx="87">
                  <c:v>25.31374317</c:v>
                </c:pt>
                <c:pt idx="88">
                  <c:v>43.99185336</c:v>
                </c:pt>
                <c:pt idx="89">
                  <c:v>37.72485439</c:v>
                </c:pt>
                <c:pt idx="90">
                  <c:v>-17.51865109</c:v>
                </c:pt>
                <c:pt idx="91">
                  <c:v>-9.79077625</c:v>
                </c:pt>
                <c:pt idx="92">
                  <c:v>10.81947075</c:v>
                </c:pt>
                <c:pt idx="93">
                  <c:v>16.14821748</c:v>
                </c:pt>
                <c:pt idx="94">
                  <c:v>13.49681501</c:v>
                </c:pt>
                <c:pt idx="95">
                  <c:v>11.74123051</c:v>
                </c:pt>
                <c:pt idx="96">
                  <c:v>56.89134989</c:v>
                </c:pt>
                <c:pt idx="97">
                  <c:v>14.15855799</c:v>
                </c:pt>
                <c:pt idx="98">
                  <c:v>39.63397908</c:v>
                </c:pt>
                <c:pt idx="99">
                  <c:v>-12.36504343</c:v>
                </c:pt>
                <c:pt idx="100">
                  <c:v>75.10378858</c:v>
                </c:pt>
                <c:pt idx="101">
                  <c:v>-13.11659674</c:v>
                </c:pt>
                <c:pt idx="102">
                  <c:v>-15.0014372</c:v>
                </c:pt>
                <c:pt idx="103">
                  <c:v>29.18640682</c:v>
                </c:pt>
                <c:pt idx="104">
                  <c:v>41.20848572</c:v>
                </c:pt>
                <c:pt idx="105">
                  <c:v>48.80791262</c:v>
                </c:pt>
                <c:pt idx="106">
                  <c:v>-2.36670661</c:v>
                </c:pt>
                <c:pt idx="107">
                  <c:v>-12.30071982</c:v>
                </c:pt>
                <c:pt idx="108">
                  <c:v>-2.62034714</c:v>
                </c:pt>
                <c:pt idx="109">
                  <c:v>29.82822166</c:v>
                </c:pt>
                <c:pt idx="110">
                  <c:v>34.66974841</c:v>
                </c:pt>
                <c:pt idx="111">
                  <c:v>26.12605819</c:v>
                </c:pt>
                <c:pt idx="112">
                  <c:v>20.74729281</c:v>
                </c:pt>
                <c:pt idx="113">
                  <c:v>28.32328364</c:v>
                </c:pt>
                <c:pt idx="114">
                  <c:v>-19.12386757</c:v>
                </c:pt>
                <c:pt idx="115">
                  <c:v>59.48344723</c:v>
                </c:pt>
                <c:pt idx="116">
                  <c:v>25.76767713</c:v>
                </c:pt>
                <c:pt idx="117">
                  <c:v>8.22931347</c:v>
                </c:pt>
                <c:pt idx="118">
                  <c:v>-20.80170559</c:v>
                </c:pt>
                <c:pt idx="119">
                  <c:v>18.13707031</c:v>
                </c:pt>
                <c:pt idx="120">
                  <c:v>-6.67522643</c:v>
                </c:pt>
                <c:pt idx="121">
                  <c:v>67.10496957</c:v>
                </c:pt>
                <c:pt idx="122">
                  <c:v>73.37967879</c:v>
                </c:pt>
                <c:pt idx="123">
                  <c:v>24.9960234</c:v>
                </c:pt>
                <c:pt idx="124">
                  <c:v>11.80804944</c:v>
                </c:pt>
                <c:pt idx="125">
                  <c:v>89.51659594</c:v>
                </c:pt>
                <c:pt idx="126">
                  <c:v>0.06021693</c:v>
                </c:pt>
                <c:pt idx="127">
                  <c:v>-17.75341289</c:v>
                </c:pt>
                <c:pt idx="128">
                  <c:v>83.02430226</c:v>
                </c:pt>
                <c:pt idx="129">
                  <c:v>-12.60297505</c:v>
                </c:pt>
                <c:pt idx="130">
                  <c:v>14.20573435</c:v>
                </c:pt>
                <c:pt idx="131">
                  <c:v>-5.31500632</c:v>
                </c:pt>
                <c:pt idx="132">
                  <c:v>29.81486682</c:v>
                </c:pt>
                <c:pt idx="133">
                  <c:v>-22.64591526</c:v>
                </c:pt>
                <c:pt idx="134">
                  <c:v>-16.26686059</c:v>
                </c:pt>
                <c:pt idx="135">
                  <c:v>-15.89103292</c:v>
                </c:pt>
                <c:pt idx="136">
                  <c:v>14.50559828</c:v>
                </c:pt>
                <c:pt idx="137">
                  <c:v>84.50778082</c:v>
                </c:pt>
                <c:pt idx="138">
                  <c:v>50.63494842</c:v>
                </c:pt>
                <c:pt idx="139">
                  <c:v>49.61407907</c:v>
                </c:pt>
                <c:pt idx="140">
                  <c:v>31.73456531</c:v>
                </c:pt>
                <c:pt idx="141">
                  <c:v>16.5094064</c:v>
                </c:pt>
                <c:pt idx="142">
                  <c:v>4.42380122</c:v>
                </c:pt>
                <c:pt idx="143">
                  <c:v>-6.235846</c:v>
                </c:pt>
                <c:pt idx="144">
                  <c:v>-7.15218176</c:v>
                </c:pt>
                <c:pt idx="145">
                  <c:v>18.46200297</c:v>
                </c:pt>
                <c:pt idx="146">
                  <c:v>14.64516555</c:v>
                </c:pt>
                <c:pt idx="147">
                  <c:v>16.77727462</c:v>
                </c:pt>
                <c:pt idx="148">
                  <c:v>63.61880371</c:v>
                </c:pt>
                <c:pt idx="149">
                  <c:v>10.69307503</c:v>
                </c:pt>
                <c:pt idx="150">
                  <c:v>27.1178314</c:v>
                </c:pt>
                <c:pt idx="151">
                  <c:v>95.53665988</c:v>
                </c:pt>
                <c:pt idx="152">
                  <c:v>55.03506668</c:v>
                </c:pt>
                <c:pt idx="153">
                  <c:v>8.09917355</c:v>
                </c:pt>
                <c:pt idx="154">
                  <c:v>6.30403481</c:v>
                </c:pt>
                <c:pt idx="155">
                  <c:v>-4.20659085</c:v>
                </c:pt>
                <c:pt idx="156">
                  <c:v>11.7686659</c:v>
                </c:pt>
                <c:pt idx="157">
                  <c:v>-33.88507674</c:v>
                </c:pt>
                <c:pt idx="158">
                  <c:v>-12.05173095</c:v>
                </c:pt>
                <c:pt idx="159">
                  <c:v>48.23819937</c:v>
                </c:pt>
                <c:pt idx="160">
                  <c:v>25.15826226</c:v>
                </c:pt>
                <c:pt idx="161">
                  <c:v>41.52628703</c:v>
                </c:pt>
                <c:pt idx="162">
                  <c:v>25.11653511</c:v>
                </c:pt>
                <c:pt idx="163">
                  <c:v>19.04110458</c:v>
                </c:pt>
                <c:pt idx="164">
                  <c:v>16.35815267</c:v>
                </c:pt>
                <c:pt idx="165">
                  <c:v>-14.9109761</c:v>
                </c:pt>
                <c:pt idx="166">
                  <c:v>-6.16086187</c:v>
                </c:pt>
                <c:pt idx="167">
                  <c:v>56.88558952</c:v>
                </c:pt>
                <c:pt idx="168">
                  <c:v>35.14861054</c:v>
                </c:pt>
                <c:pt idx="169">
                  <c:v>-22.25362689</c:v>
                </c:pt>
                <c:pt idx="170">
                  <c:v>37.4455759</c:v>
                </c:pt>
                <c:pt idx="171">
                  <c:v>7.40639347</c:v>
                </c:pt>
                <c:pt idx="172">
                  <c:v>-15.63491362</c:v>
                </c:pt>
                <c:pt idx="173">
                  <c:v>-6.16325966</c:v>
                </c:pt>
                <c:pt idx="174">
                  <c:v>59.92805933</c:v>
                </c:pt>
                <c:pt idx="175">
                  <c:v>14.50299723</c:v>
                </c:pt>
                <c:pt idx="176">
                  <c:v>-24.07301768</c:v>
                </c:pt>
                <c:pt idx="177">
                  <c:v>-5.19197487</c:v>
                </c:pt>
                <c:pt idx="178">
                  <c:v>0.47510845</c:v>
                </c:pt>
                <c:pt idx="179">
                  <c:v>-3.8864101</c:v>
                </c:pt>
                <c:pt idx="180">
                  <c:v>-29.78484984</c:v>
                </c:pt>
                <c:pt idx="181">
                  <c:v>-24.15988681</c:v>
                </c:pt>
                <c:pt idx="182">
                  <c:v>-11.69205475</c:v>
                </c:pt>
                <c:pt idx="183">
                  <c:v>0.31243491</c:v>
                </c:pt>
                <c:pt idx="184">
                  <c:v>55.55889101</c:v>
                </c:pt>
                <c:pt idx="185">
                  <c:v>40.93865404</c:v>
                </c:pt>
                <c:pt idx="186">
                  <c:v>64.79645697</c:v>
                </c:pt>
                <c:pt idx="187">
                  <c:v>-17.81542611</c:v>
                </c:pt>
                <c:pt idx="188">
                  <c:v>9.78816937</c:v>
                </c:pt>
                <c:pt idx="189">
                  <c:v>50.54474474</c:v>
                </c:pt>
                <c:pt idx="190">
                  <c:v>4.78458264</c:v>
                </c:pt>
                <c:pt idx="191">
                  <c:v>-10.31998309</c:v>
                </c:pt>
                <c:pt idx="192">
                  <c:v>9.28261822</c:v>
                </c:pt>
                <c:pt idx="193">
                  <c:v>-6.3121218</c:v>
                </c:pt>
                <c:pt idx="194">
                  <c:v>97.12471902</c:v>
                </c:pt>
                <c:pt idx="195">
                  <c:v>24.06728314</c:v>
                </c:pt>
                <c:pt idx="196">
                  <c:v>55.91145952</c:v>
                </c:pt>
                <c:pt idx="197">
                  <c:v>-6.0130794</c:v>
                </c:pt>
                <c:pt idx="198">
                  <c:v>54.34633578</c:v>
                </c:pt>
                <c:pt idx="199">
                  <c:v>68.87323241</c:v>
                </c:pt>
                <c:pt idx="200">
                  <c:v>32.45565917</c:v>
                </c:pt>
                <c:pt idx="201">
                  <c:v>16.01788066</c:v>
                </c:pt>
                <c:pt idx="202">
                  <c:v>21.54175423</c:v>
                </c:pt>
                <c:pt idx="203">
                  <c:v>6.79549853</c:v>
                </c:pt>
                <c:pt idx="204">
                  <c:v>4.98538503</c:v>
                </c:pt>
                <c:pt idx="205">
                  <c:v>55.67947519</c:v>
                </c:pt>
                <c:pt idx="206">
                  <c:v>47.66047581</c:v>
                </c:pt>
                <c:pt idx="207">
                  <c:v>-7.12973144</c:v>
                </c:pt>
                <c:pt idx="208">
                  <c:v>64.28366987</c:v>
                </c:pt>
                <c:pt idx="209">
                  <c:v>55.32001631</c:v>
                </c:pt>
                <c:pt idx="210">
                  <c:v>0.66871689</c:v>
                </c:pt>
                <c:pt idx="211">
                  <c:v>-6.755083</c:v>
                </c:pt>
                <c:pt idx="212">
                  <c:v>40.96526742</c:v>
                </c:pt>
                <c:pt idx="213">
                  <c:v>7.37049703</c:v>
                </c:pt>
                <c:pt idx="214">
                  <c:v>4.50903911</c:v>
                </c:pt>
                <c:pt idx="215">
                  <c:v>29.34439716</c:v>
                </c:pt>
                <c:pt idx="216">
                  <c:v>9.9870606</c:v>
                </c:pt>
                <c:pt idx="217">
                  <c:v>0.2158939</c:v>
                </c:pt>
                <c:pt idx="218">
                  <c:v>71.86287839</c:v>
                </c:pt>
                <c:pt idx="219">
                  <c:v>-14.09119779</c:v>
                </c:pt>
                <c:pt idx="220">
                  <c:v>-16.86779622</c:v>
                </c:pt>
                <c:pt idx="221">
                  <c:v>39.21629601</c:v>
                </c:pt>
                <c:pt idx="222">
                  <c:v>9.46385086</c:v>
                </c:pt>
                <c:pt idx="223">
                  <c:v>-1.96668173</c:v>
                </c:pt>
                <c:pt idx="224">
                  <c:v>1.03309369</c:v>
                </c:pt>
                <c:pt idx="225">
                  <c:v>-7.10560394</c:v>
                </c:pt>
                <c:pt idx="226">
                  <c:v>89.84459325</c:v>
                </c:pt>
                <c:pt idx="227">
                  <c:v>10.43116832</c:v>
                </c:pt>
                <c:pt idx="228">
                  <c:v>-16.29016564</c:v>
                </c:pt>
                <c:pt idx="229">
                  <c:v>59.17673155</c:v>
                </c:pt>
                <c:pt idx="230">
                  <c:v>-3.76424474</c:v>
                </c:pt>
                <c:pt idx="231">
                  <c:v>44.13937131</c:v>
                </c:pt>
                <c:pt idx="232">
                  <c:v>9.61760507</c:v>
                </c:pt>
                <c:pt idx="233">
                  <c:v>-10.09717314</c:v>
                </c:pt>
                <c:pt idx="234">
                  <c:v>24.9316745</c:v>
                </c:pt>
                <c:pt idx="235">
                  <c:v>76.02592986</c:v>
                </c:pt>
                <c:pt idx="236">
                  <c:v>79.66073873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50"/>
          <c:min val="-50"/>
        </c:scaling>
        <c:delete val="0"/>
        <c:axPos val="l"/>
        <c:majorGridlines>
          <c:spPr>
            <a:ln xmlns:a="http://schemas.openxmlformats.org/drawingml/2006/main" w="9525">
              <a:solidFill>
                <a:srgbClr val="DFE5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Medium population change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570"/>
                </a:solidFill>
                <a:latin typeface="Arial"/>
                <a:ea typeface="Arial"/>
                <a:cs typeface="Arial"/>
              </a:defRPr>
            </a:pPr>
          </a:p>
        </c:txPr>
        <c:crossAx val="48650112"/>
        <c:crossesAt val="-50"/>
        <c:majorUnit val="50"/>
      </c:valAx>
      <c:valAx>
        <c:axId val="48650112"/>
        <c:scaling>
          <c:orientation val="minMax"/>
          <c:max val="7"/>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Births per woman (2023)</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570"/>
                </a:solidFill>
                <a:latin typeface="Arial"/>
                <a:ea typeface="Arial"/>
                <a:cs typeface="Arial"/>
              </a:defRPr>
            </a:pPr>
          </a:p>
        </c:txPr>
        <c:crossAx val="48672768"/>
        <c:majorUnit val="1"/>
      </c:valAx>
      <c:spPr>
        <a:solidFill xmlns:a="http://schemas.openxmlformats.org/drawingml/2006/main">
          <a:srgbClr val="FAFAF6"/>
        </a:solidFill>
      </c:spPr>
    </c:plotArea>
    <c:plotVisOnly val="1"/>
  </c:chart>
  <c:spPr>
    <a:solidFill xmlns:a="http://schemas.openxmlformats.org/drawingml/2006/main">
      <a:srgbClr val="FAFAF6"/>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Momentum</c:v>
          </c:tx>
          <c:spPr>
            <a:solidFill xmlns:a="http://schemas.openxmlformats.org/drawingml/2006/main">
              <a:srgbClr val="1F7480"/>
            </a:solidFill>
          </c:spPr>
          <c:invertIfNegative val="0"/>
          <c:cat>
            <c:strRef>
              <c:f>'Chart Data'!$A$2:$A$7</c:f>
              <c:strCache>
                <c:ptCount val="6"/>
                <c:pt idx="0">
                  <c:v>Türkiye</c:v>
                </c:pt>
                <c:pt idx="1">
                  <c:v>China</c:v>
                </c:pt>
                <c:pt idx="2">
                  <c:v>India</c:v>
                </c:pt>
                <c:pt idx="3">
                  <c:v>Japan</c:v>
                </c:pt>
                <c:pt idx="4">
                  <c:v>Nigeria</c:v>
                </c:pt>
                <c:pt idx="5">
                  <c:v>USA</c:v>
                </c:pt>
              </c:strCache>
            </c:strRef>
          </c:cat>
          <c:val>
            <c:numRef>
              <c:f>'Chart Data'!$B$2:$B$7</c:f>
              <c:numCache>
                <c:formatCode>0</c:formatCode>
                <c:ptCount val="6"/>
                <c:pt idx="0">
                  <c:v>15.3172135</c:v>
                </c:pt>
                <c:pt idx="1">
                  <c:v>-0.78961613</c:v>
                </c:pt>
                <c:pt idx="2">
                  <c:v>20.11072314</c:v>
                </c:pt>
                <c:pt idx="3">
                  <c:v>-12.6076903</c:v>
                </c:pt>
                <c:pt idx="4">
                  <c:v>30.94428363</c:v>
                </c:pt>
                <c:pt idx="5">
                  <c:v>2.95171175</c:v>
                </c:pt>
              </c:numCache>
            </c:numRef>
          </c:val>
        </c:ser>
        <c:ser>
          <c:idx val="1"/>
          <c:order val="1"/>
          <c:tx>
            <c:v>Mortality</c:v>
          </c:tx>
          <c:spPr>
            <a:solidFill xmlns:a="http://schemas.openxmlformats.org/drawingml/2006/main">
              <a:srgbClr val="81ACA1"/>
            </a:solidFill>
          </c:spPr>
          <c:invertIfNegative val="0"/>
          <c:cat>
            <c:strRef>
              <c:f>'Chart Data'!$C$2:$C$7</c:f>
              <c:strCache>
                <c:ptCount val="6"/>
                <c:pt idx="0">
                  <c:v>Türkiye</c:v>
                </c:pt>
                <c:pt idx="1">
                  <c:v>China</c:v>
                </c:pt>
                <c:pt idx="2">
                  <c:v>India</c:v>
                </c:pt>
                <c:pt idx="3">
                  <c:v>Japan</c:v>
                </c:pt>
                <c:pt idx="4">
                  <c:v>Nigeria</c:v>
                </c:pt>
                <c:pt idx="5">
                  <c:v>USA</c:v>
                </c:pt>
              </c:strCache>
            </c:strRef>
          </c:cat>
          <c:val>
            <c:numRef>
              <c:f>'Chart Data'!$D$2:$D$7</c:f>
              <c:numCache>
                <c:formatCode>0</c:formatCode>
                <c:ptCount val="6"/>
                <c:pt idx="0">
                  <c:v>3.21310768</c:v>
                </c:pt>
                <c:pt idx="1">
                  <c:v>4.76789209</c:v>
                </c:pt>
                <c:pt idx="2">
                  <c:v>3.03579581</c:v>
                </c:pt>
                <c:pt idx="3">
                  <c:v>3.04550423</c:v>
                </c:pt>
                <c:pt idx="4">
                  <c:v>1.24894721</c:v>
                </c:pt>
                <c:pt idx="5">
                  <c:v>2.82925021</c:v>
                </c:pt>
              </c:numCache>
            </c:numRef>
          </c:val>
        </c:ser>
        <c:ser>
          <c:idx val="2"/>
          <c:order val="2"/>
          <c:tx>
            <c:v>Fertility</c:v>
          </c:tx>
          <c:spPr>
            <a:solidFill xmlns:a="http://schemas.openxmlformats.org/drawingml/2006/main">
              <a:srgbClr val="D56E42"/>
            </a:solidFill>
          </c:spPr>
          <c:invertIfNegative val="0"/>
          <c:cat>
            <c:strRef>
              <c:f>'Chart Data'!$E$2:$E$7</c:f>
              <c:strCache>
                <c:ptCount val="6"/>
                <c:pt idx="0">
                  <c:v>Türkiye</c:v>
                </c:pt>
                <c:pt idx="1">
                  <c:v>China</c:v>
                </c:pt>
                <c:pt idx="2">
                  <c:v>India</c:v>
                </c:pt>
                <c:pt idx="3">
                  <c:v>Japan</c:v>
                </c:pt>
                <c:pt idx="4">
                  <c:v>Nigeria</c:v>
                </c:pt>
                <c:pt idx="5">
                  <c:v>USA</c:v>
                </c:pt>
              </c:strCache>
            </c:strRef>
          </c:cat>
          <c:val>
            <c:numRef>
              <c:f>'Chart Data'!$F$2:$F$7</c:f>
              <c:numCache>
                <c:formatCode>0</c:formatCode>
                <c:ptCount val="6"/>
                <c:pt idx="0">
                  <c:v>-8.73751133</c:v>
                </c:pt>
                <c:pt idx="1">
                  <c:v>-14.3601616</c:v>
                </c:pt>
                <c:pt idx="2">
                  <c:v>-5.91011617</c:v>
                </c:pt>
                <c:pt idx="3">
                  <c:v>-9.03489279</c:v>
                </c:pt>
                <c:pt idx="4">
                  <c:v>20.75945374</c:v>
                </c:pt>
                <c:pt idx="5">
                  <c:v>-7.13978505</c:v>
                </c:pt>
              </c:numCache>
            </c:numRef>
          </c:val>
        </c:ser>
        <c:ser>
          <c:idx val="3"/>
          <c:order val="3"/>
          <c:tx>
            <c:v>Migration</c:v>
          </c:tx>
          <c:spPr>
            <a:solidFill xmlns:a="http://schemas.openxmlformats.org/drawingml/2006/main">
              <a:srgbClr val="7764A5"/>
            </a:solidFill>
          </c:spPr>
          <c:invertIfNegative val="0"/>
          <c:cat>
            <c:strRef>
              <c:f>'Chart Data'!$G$2:$G$7</c:f>
              <c:strCache>
                <c:ptCount val="6"/>
                <c:pt idx="0">
                  <c:v>Türkiye</c:v>
                </c:pt>
                <c:pt idx="1">
                  <c:v>China</c:v>
                </c:pt>
                <c:pt idx="2">
                  <c:v>India</c:v>
                </c:pt>
                <c:pt idx="3">
                  <c:v>Japan</c:v>
                </c:pt>
                <c:pt idx="4">
                  <c:v>Nigeria</c:v>
                </c:pt>
                <c:pt idx="5">
                  <c:v>USA</c:v>
                </c:pt>
              </c:strCache>
            </c:strRef>
          </c:cat>
          <c:val>
            <c:numRef>
              <c:f>'Chart Data'!$H$2:$H$7</c:f>
              <c:numCache>
                <c:formatCode>0</c:formatCode>
                <c:ptCount val="6"/>
                <c:pt idx="0">
                  <c:v>-5.28377074</c:v>
                </c:pt>
                <c:pt idx="1">
                  <c:v>-0.55875981</c:v>
                </c:pt>
                <c:pt idx="2">
                  <c:v>-1.08818531</c:v>
                </c:pt>
                <c:pt idx="3">
                  <c:v>3.59564166</c:v>
                </c:pt>
                <c:pt idx="4">
                  <c:v>2.08238209</c:v>
                </c:pt>
                <c:pt idx="5">
                  <c:v>11.78999143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570"/>
                </a:solidFill>
                <a:latin typeface="Arial"/>
                <a:ea typeface="Arial"/>
                <a:cs typeface="Arial"/>
              </a:defRPr>
            </a:pPr>
          </a:p>
        </c:txPr>
        <c:crossAx val="48672768"/>
      </c:catAx>
      <c:valAx>
        <c:axId val="48672768"/>
        <c:scaling>
          <c:orientation val="minMax"/>
          <c:max val="60"/>
          <c:min val="-40"/>
        </c:scaling>
        <c:delete val="0"/>
        <c:axPos val="l"/>
        <c:majorGridlines>
          <c:spPr>
            <a:ln xmlns:a="http://schemas.openxmlformats.org/drawingml/2006/main" w="9525">
              <a:solidFill>
                <a:srgbClr val="DFE5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Contribution (% of baseline)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570"/>
                </a:solidFill>
                <a:latin typeface="Arial"/>
                <a:ea typeface="Arial"/>
                <a:cs typeface="Arial"/>
              </a:defRPr>
            </a:pPr>
          </a:p>
        </c:txPr>
        <c:crossAx val="48650112"/>
        <c:crossBetween val="between"/>
        <c:majorUnit val="20"/>
      </c:valAx>
      <c:spPr>
        <a:solidFill xmlns:a="http://schemas.openxmlformats.org/drawingml/2006/main">
          <a:srgbClr val="FAFAF6"/>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72C38"/>
              </a:solidFill>
              <a:latin typeface="Arial"/>
              <a:ea typeface="Arial"/>
              <a:cs typeface="Arial"/>
            </a:defRPr>
          </a:pPr>
        </a:p>
      </c:txPr>
    </c:legend>
    <c:plotVisOnly val="1"/>
  </c:chart>
  <c:spPr>
    <a:solidFill xmlns:a="http://schemas.openxmlformats.org/drawingml/2006/main">
      <a:srgbClr val="FAFAF6"/>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Medium</c:v>
          </c:tx>
          <c:spPr>
            <a:ln xmlns:a="http://schemas.openxmlformats.org/drawingml/2006/main" w="28575">
              <a:solidFill>
                <a:srgbClr val="1F7480"/>
              </a:solidFill>
            </a:ln>
          </c:spPr>
          <c:marker>
            <c:symbol val="none"/>
          </c:marker>
          <c:xVal>
            <c:numRef>
              <c:f>'Chart Data'!$A$2:$A$78</c:f>
              <c:numCache>
                <c:formatCode>General</c:formatCode>
                <c:ptCount val="77"/>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numCache>
            </c:numRef>
          </c:xVal>
          <c:yVal>
            <c:numRef>
              <c:f>'Chart Data'!$B$2:$B$78</c:f>
              <c:numCache>
                <c:formatCode>0</c:formatCode>
                <c:ptCount val="77"/>
                <c:pt idx="0">
                  <c:v>87.371675</c:v>
                </c:pt>
                <c:pt idx="1">
                  <c:v>87.575935</c:v>
                </c:pt>
                <c:pt idx="2">
                  <c:v>87.794917</c:v>
                </c:pt>
                <c:pt idx="3">
                  <c:v>88.057247</c:v>
                </c:pt>
                <c:pt idx="4">
                  <c:v>88.339651</c:v>
                </c:pt>
                <c:pt idx="5">
                  <c:v>88.621127</c:v>
                </c:pt>
                <c:pt idx="6">
                  <c:v>88.889748</c:v>
                </c:pt>
                <c:pt idx="7">
                  <c:v>89.165335</c:v>
                </c:pt>
                <c:pt idx="8">
                  <c:v>89.420628</c:v>
                </c:pt>
                <c:pt idx="9">
                  <c:v>89.656094</c:v>
                </c:pt>
                <c:pt idx="10">
                  <c:v>89.881582</c:v>
                </c:pt>
                <c:pt idx="11">
                  <c:v>90.089245</c:v>
                </c:pt>
                <c:pt idx="12">
                  <c:v>90.287869</c:v>
                </c:pt>
                <c:pt idx="13">
                  <c:v>90.481159</c:v>
                </c:pt>
                <c:pt idx="14">
                  <c:v>90.658851</c:v>
                </c:pt>
                <c:pt idx="15">
                  <c:v>90.811765</c:v>
                </c:pt>
                <c:pt idx="16">
                  <c:v>90.950741</c:v>
                </c:pt>
                <c:pt idx="17">
                  <c:v>91.06862</c:v>
                </c:pt>
                <c:pt idx="18">
                  <c:v>91.171256</c:v>
                </c:pt>
                <c:pt idx="19">
                  <c:v>91.261861</c:v>
                </c:pt>
                <c:pt idx="20">
                  <c:v>91.327513</c:v>
                </c:pt>
                <c:pt idx="21">
                  <c:v>91.379104</c:v>
                </c:pt>
                <c:pt idx="22">
                  <c:v>91.405966</c:v>
                </c:pt>
                <c:pt idx="23">
                  <c:v>91.431523</c:v>
                </c:pt>
                <c:pt idx="24">
                  <c:v>91.423011</c:v>
                </c:pt>
                <c:pt idx="25">
                  <c:v>91.385319</c:v>
                </c:pt>
                <c:pt idx="26">
                  <c:v>91.311298</c:v>
                </c:pt>
                <c:pt idx="27">
                  <c:v>91.204824</c:v>
                </c:pt>
                <c:pt idx="28">
                  <c:v>91.076002</c:v>
                </c:pt>
                <c:pt idx="29">
                  <c:v>90.913745</c:v>
                </c:pt>
                <c:pt idx="30">
                  <c:v>90.73089</c:v>
                </c:pt>
                <c:pt idx="31">
                  <c:v>90.518492</c:v>
                </c:pt>
                <c:pt idx="32">
                  <c:v>90.284634</c:v>
                </c:pt>
                <c:pt idx="33">
                  <c:v>90.009352</c:v>
                </c:pt>
                <c:pt idx="34">
                  <c:v>89.712581</c:v>
                </c:pt>
                <c:pt idx="35">
                  <c:v>89.396049</c:v>
                </c:pt>
                <c:pt idx="36">
                  <c:v>89.04517</c:v>
                </c:pt>
                <c:pt idx="37">
                  <c:v>88.681382</c:v>
                </c:pt>
                <c:pt idx="38">
                  <c:v>88.298498</c:v>
                </c:pt>
                <c:pt idx="39">
                  <c:v>87.890489</c:v>
                </c:pt>
                <c:pt idx="40">
                  <c:v>87.466544</c:v>
                </c:pt>
                <c:pt idx="41">
                  <c:v>87.022885</c:v>
                </c:pt>
                <c:pt idx="42">
                  <c:v>86.564441</c:v>
                </c:pt>
                <c:pt idx="43">
                  <c:v>86.096956</c:v>
                </c:pt>
                <c:pt idx="44">
                  <c:v>85.622662</c:v>
                </c:pt>
                <c:pt idx="45">
                  <c:v>85.130341</c:v>
                </c:pt>
                <c:pt idx="46">
                  <c:v>84.622102</c:v>
                </c:pt>
                <c:pt idx="47">
                  <c:v>84.095025</c:v>
                </c:pt>
                <c:pt idx="48">
                  <c:v>83.557576</c:v>
                </c:pt>
                <c:pt idx="49">
                  <c:v>83.005024</c:v>
                </c:pt>
                <c:pt idx="50">
                  <c:v>82.446095</c:v>
                </c:pt>
                <c:pt idx="51">
                  <c:v>81.86422</c:v>
                </c:pt>
                <c:pt idx="52">
                  <c:v>81.280828</c:v>
                </c:pt>
                <c:pt idx="53">
                  <c:v>80.684382</c:v>
                </c:pt>
                <c:pt idx="54">
                  <c:v>80.084764</c:v>
                </c:pt>
                <c:pt idx="55">
                  <c:v>79.479342</c:v>
                </c:pt>
                <c:pt idx="56">
                  <c:v>78.868148</c:v>
                </c:pt>
                <c:pt idx="57">
                  <c:v>78.243183</c:v>
                </c:pt>
                <c:pt idx="58">
                  <c:v>77.615869</c:v>
                </c:pt>
                <c:pt idx="59">
                  <c:v>76.974981</c:v>
                </c:pt>
                <c:pt idx="60">
                  <c:v>76.332779</c:v>
                </c:pt>
                <c:pt idx="61">
                  <c:v>75.69059</c:v>
                </c:pt>
                <c:pt idx="62">
                  <c:v>75.030843</c:v>
                </c:pt>
                <c:pt idx="63">
                  <c:v>74.369818</c:v>
                </c:pt>
                <c:pt idx="64">
                  <c:v>73.70973</c:v>
                </c:pt>
                <c:pt idx="65">
                  <c:v>73.039178</c:v>
                </c:pt>
                <c:pt idx="66">
                  <c:v>72.363009</c:v>
                </c:pt>
                <c:pt idx="67">
                  <c:v>71.679534</c:v>
                </c:pt>
                <c:pt idx="68">
                  <c:v>71.002106</c:v>
                </c:pt>
                <c:pt idx="69">
                  <c:v>70.326834</c:v>
                </c:pt>
                <c:pt idx="70">
                  <c:v>69.646436</c:v>
                </c:pt>
                <c:pt idx="71">
                  <c:v>68.979128</c:v>
                </c:pt>
                <c:pt idx="72">
                  <c:v>68.314737</c:v>
                </c:pt>
                <c:pt idx="73">
                  <c:v>67.653876</c:v>
                </c:pt>
                <c:pt idx="74">
                  <c:v>66.988713</c:v>
                </c:pt>
                <c:pt idx="75">
                  <c:v>66.331492</c:v>
                </c:pt>
                <c:pt idx="76">
                  <c:v>65.666935</c:v>
                </c:pt>
              </c:numCache>
            </c:numRef>
          </c:yVal>
          <c:smooth val="0"/>
        </c:ser>
        <c:ser>
          <c:idx val="1"/>
          <c:order val="1"/>
          <c:tx>
            <c:v>95% upper bound</c:v>
          </c:tx>
          <c:spPr>
            <a:ln xmlns:a="http://schemas.openxmlformats.org/drawingml/2006/main" w="19050">
              <a:solidFill>
                <a:srgbClr val="9BAEB0"/>
              </a:solidFill>
            </a:ln>
          </c:spPr>
          <c:marker>
            <c:symbol val="none"/>
          </c:marker>
          <c:xVal>
            <c:numRef>
              <c:f>'Chart Data'!$C$2:$C$78</c:f>
              <c:numCache>
                <c:formatCode>General</c:formatCode>
                <c:ptCount val="77"/>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numCache>
            </c:numRef>
          </c:xVal>
          <c:yVal>
            <c:numRef>
              <c:f>'Chart Data'!$D$2:$D$78</c:f>
              <c:numCache>
                <c:formatCode>0</c:formatCode>
                <c:ptCount val="77"/>
                <c:pt idx="0">
                  <c:v>87.371675</c:v>
                </c:pt>
                <c:pt idx="1">
                  <c:v>87.984896</c:v>
                </c:pt>
                <c:pt idx="2">
                  <c:v>88.646478</c:v>
                </c:pt>
                <c:pt idx="3">
                  <c:v>89.392003</c:v>
                </c:pt>
                <c:pt idx="4">
                  <c:v>90.169796</c:v>
                </c:pt>
                <c:pt idx="5">
                  <c:v>90.978912</c:v>
                </c:pt>
                <c:pt idx="6">
                  <c:v>91.801777</c:v>
                </c:pt>
                <c:pt idx="7">
                  <c:v>92.743293</c:v>
                </c:pt>
                <c:pt idx="8">
                  <c:v>93.637705</c:v>
                </c:pt>
                <c:pt idx="9">
                  <c:v>94.559151</c:v>
                </c:pt>
                <c:pt idx="10">
                  <c:v>95.384058</c:v>
                </c:pt>
                <c:pt idx="11">
                  <c:v>96.526278</c:v>
                </c:pt>
                <c:pt idx="12">
                  <c:v>97.478648</c:v>
                </c:pt>
                <c:pt idx="13">
                  <c:v>98.293387</c:v>
                </c:pt>
                <c:pt idx="14">
                  <c:v>99.082183</c:v>
                </c:pt>
                <c:pt idx="15">
                  <c:v>99.930631</c:v>
                </c:pt>
                <c:pt idx="16">
                  <c:v>100.85619</c:v>
                </c:pt>
                <c:pt idx="17">
                  <c:v>101.70631</c:v>
                </c:pt>
                <c:pt idx="18">
                  <c:v>102.420648</c:v>
                </c:pt>
                <c:pt idx="19">
                  <c:v>103.076141</c:v>
                </c:pt>
                <c:pt idx="20">
                  <c:v>103.940642</c:v>
                </c:pt>
                <c:pt idx="21">
                  <c:v>104.508795</c:v>
                </c:pt>
                <c:pt idx="22">
                  <c:v>105.256979</c:v>
                </c:pt>
                <c:pt idx="23">
                  <c:v>106.033358</c:v>
                </c:pt>
                <c:pt idx="24">
                  <c:v>106.669292</c:v>
                </c:pt>
                <c:pt idx="25">
                  <c:v>107.247171</c:v>
                </c:pt>
                <c:pt idx="26">
                  <c:v>107.919319</c:v>
                </c:pt>
                <c:pt idx="27">
                  <c:v>108.43554</c:v>
                </c:pt>
                <c:pt idx="28">
                  <c:v>108.871367</c:v>
                </c:pt>
                <c:pt idx="29">
                  <c:v>109.642019</c:v>
                </c:pt>
                <c:pt idx="30">
                  <c:v>110.158018</c:v>
                </c:pt>
                <c:pt idx="31">
                  <c:v>110.604612</c:v>
                </c:pt>
                <c:pt idx="32">
                  <c:v>110.90471</c:v>
                </c:pt>
                <c:pt idx="33">
                  <c:v>111.454912</c:v>
                </c:pt>
                <c:pt idx="34">
                  <c:v>111.869227</c:v>
                </c:pt>
                <c:pt idx="35">
                  <c:v>112.355285</c:v>
                </c:pt>
                <c:pt idx="36">
                  <c:v>113.164902</c:v>
                </c:pt>
                <c:pt idx="37">
                  <c:v>113.935215</c:v>
                </c:pt>
                <c:pt idx="38">
                  <c:v>114.207597</c:v>
                </c:pt>
                <c:pt idx="39">
                  <c:v>114.760857</c:v>
                </c:pt>
                <c:pt idx="40">
                  <c:v>115.022555</c:v>
                </c:pt>
                <c:pt idx="41">
                  <c:v>114.997477</c:v>
                </c:pt>
                <c:pt idx="42">
                  <c:v>115.747126</c:v>
                </c:pt>
                <c:pt idx="43">
                  <c:v>116.12348</c:v>
                </c:pt>
                <c:pt idx="44">
                  <c:v>116.471041</c:v>
                </c:pt>
                <c:pt idx="45">
                  <c:v>116.806386</c:v>
                </c:pt>
                <c:pt idx="46">
                  <c:v>117.428879</c:v>
                </c:pt>
                <c:pt idx="47">
                  <c:v>117.890266</c:v>
                </c:pt>
                <c:pt idx="48">
                  <c:v>118.182209</c:v>
                </c:pt>
                <c:pt idx="49">
                  <c:v>118.457749</c:v>
                </c:pt>
                <c:pt idx="50">
                  <c:v>118.691658</c:v>
                </c:pt>
                <c:pt idx="51">
                  <c:v>118.846286</c:v>
                </c:pt>
                <c:pt idx="52">
                  <c:v>119.049389</c:v>
                </c:pt>
                <c:pt idx="53">
                  <c:v>119.056522</c:v>
                </c:pt>
                <c:pt idx="54">
                  <c:v>119.613371</c:v>
                </c:pt>
                <c:pt idx="55">
                  <c:v>120.38015</c:v>
                </c:pt>
                <c:pt idx="56">
                  <c:v>120.657358</c:v>
                </c:pt>
                <c:pt idx="57">
                  <c:v>120.673593</c:v>
                </c:pt>
                <c:pt idx="58">
                  <c:v>121.09294</c:v>
                </c:pt>
                <c:pt idx="59">
                  <c:v>121.46268</c:v>
                </c:pt>
                <c:pt idx="60">
                  <c:v>121.134086</c:v>
                </c:pt>
                <c:pt idx="61">
                  <c:v>120.808383</c:v>
                </c:pt>
                <c:pt idx="62">
                  <c:v>121.394339</c:v>
                </c:pt>
                <c:pt idx="63">
                  <c:v>121.682773</c:v>
                </c:pt>
                <c:pt idx="64">
                  <c:v>122.483624</c:v>
                </c:pt>
                <c:pt idx="65">
                  <c:v>122.381687</c:v>
                </c:pt>
                <c:pt idx="66">
                  <c:v>122.300279</c:v>
                </c:pt>
                <c:pt idx="67">
                  <c:v>122.602486</c:v>
                </c:pt>
                <c:pt idx="68">
                  <c:v>123.280389</c:v>
                </c:pt>
                <c:pt idx="69">
                  <c:v>123.229349</c:v>
                </c:pt>
                <c:pt idx="70">
                  <c:v>123.683032</c:v>
                </c:pt>
                <c:pt idx="71">
                  <c:v>124.34352</c:v>
                </c:pt>
                <c:pt idx="72">
                  <c:v>124.895511</c:v>
                </c:pt>
                <c:pt idx="73">
                  <c:v>124.935339</c:v>
                </c:pt>
                <c:pt idx="74">
                  <c:v>125.637755</c:v>
                </c:pt>
                <c:pt idx="75">
                  <c:v>125.75293</c:v>
                </c:pt>
                <c:pt idx="76">
                  <c:v>125.354854</c:v>
                </c:pt>
              </c:numCache>
            </c:numRef>
          </c:yVal>
          <c:smooth val="0"/>
        </c:ser>
        <c:ser>
          <c:idx val="2"/>
          <c:order val="2"/>
          <c:tx>
            <c:v>95% lower bound</c:v>
          </c:tx>
          <c:spPr>
            <a:ln xmlns:a="http://schemas.openxmlformats.org/drawingml/2006/main" w="19050">
              <a:solidFill>
                <a:srgbClr val="9BAEB0"/>
              </a:solidFill>
            </a:ln>
          </c:spPr>
          <c:marker>
            <c:symbol val="none"/>
          </c:marker>
          <c:xVal>
            <c:numRef>
              <c:f>'Chart Data'!$E$2:$E$78</c:f>
              <c:numCache>
                <c:formatCode>General</c:formatCode>
                <c:ptCount val="77"/>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numCache>
            </c:numRef>
          </c:xVal>
          <c:yVal>
            <c:numRef>
              <c:f>'Chart Data'!$F$2:$F$78</c:f>
              <c:numCache>
                <c:formatCode>0</c:formatCode>
                <c:ptCount val="77"/>
                <c:pt idx="0">
                  <c:v>87.371675</c:v>
                </c:pt>
                <c:pt idx="1">
                  <c:v>87.146478</c:v>
                </c:pt>
                <c:pt idx="2">
                  <c:v>86.927368</c:v>
                </c:pt>
                <c:pt idx="3">
                  <c:v>86.700172</c:v>
                </c:pt>
                <c:pt idx="4">
                  <c:v>86.455877</c:v>
                </c:pt>
                <c:pt idx="5">
                  <c:v>86.132677</c:v>
                </c:pt>
                <c:pt idx="6">
                  <c:v>85.862567</c:v>
                </c:pt>
                <c:pt idx="7">
                  <c:v>85.617389</c:v>
                </c:pt>
                <c:pt idx="8">
                  <c:v>85.259804</c:v>
                </c:pt>
                <c:pt idx="9">
                  <c:v>84.829275</c:v>
                </c:pt>
                <c:pt idx="10">
                  <c:v>84.33594</c:v>
                </c:pt>
                <c:pt idx="11">
                  <c:v>83.855858</c:v>
                </c:pt>
                <c:pt idx="12">
                  <c:v>83.312994</c:v>
                </c:pt>
                <c:pt idx="13">
                  <c:v>82.91339</c:v>
                </c:pt>
                <c:pt idx="14">
                  <c:v>82.596549</c:v>
                </c:pt>
                <c:pt idx="15">
                  <c:v>82.220548</c:v>
                </c:pt>
                <c:pt idx="16">
                  <c:v>81.828014</c:v>
                </c:pt>
                <c:pt idx="17">
                  <c:v>81.247208</c:v>
                </c:pt>
                <c:pt idx="18">
                  <c:v>80.424004</c:v>
                </c:pt>
                <c:pt idx="19">
                  <c:v>79.89167</c:v>
                </c:pt>
                <c:pt idx="20">
                  <c:v>79.010178</c:v>
                </c:pt>
                <c:pt idx="21">
                  <c:v>78.408411</c:v>
                </c:pt>
                <c:pt idx="22">
                  <c:v>77.493337</c:v>
                </c:pt>
                <c:pt idx="23">
                  <c:v>76.808031</c:v>
                </c:pt>
                <c:pt idx="24">
                  <c:v>76.080177</c:v>
                </c:pt>
                <c:pt idx="25">
                  <c:v>75.393107</c:v>
                </c:pt>
                <c:pt idx="26">
                  <c:v>74.566435</c:v>
                </c:pt>
                <c:pt idx="27">
                  <c:v>73.697598</c:v>
                </c:pt>
                <c:pt idx="28">
                  <c:v>73.075024</c:v>
                </c:pt>
                <c:pt idx="29">
                  <c:v>72.37858</c:v>
                </c:pt>
                <c:pt idx="30">
                  <c:v>71.378462</c:v>
                </c:pt>
                <c:pt idx="31">
                  <c:v>70.105254</c:v>
                </c:pt>
                <c:pt idx="32">
                  <c:v>69.268011</c:v>
                </c:pt>
                <c:pt idx="33">
                  <c:v>68.240664</c:v>
                </c:pt>
                <c:pt idx="34">
                  <c:v>67.636877</c:v>
                </c:pt>
                <c:pt idx="35">
                  <c:v>66.605064</c:v>
                </c:pt>
                <c:pt idx="36">
                  <c:v>65.470827</c:v>
                </c:pt>
                <c:pt idx="37">
                  <c:v>64.289883</c:v>
                </c:pt>
                <c:pt idx="38">
                  <c:v>63.356973</c:v>
                </c:pt>
                <c:pt idx="39">
                  <c:v>62.175893</c:v>
                </c:pt>
                <c:pt idx="40">
                  <c:v>61.383766</c:v>
                </c:pt>
                <c:pt idx="41">
                  <c:v>60.635038</c:v>
                </c:pt>
                <c:pt idx="42">
                  <c:v>59.73513</c:v>
                </c:pt>
                <c:pt idx="43">
                  <c:v>58.861098</c:v>
                </c:pt>
                <c:pt idx="44">
                  <c:v>57.85715</c:v>
                </c:pt>
                <c:pt idx="45">
                  <c:v>56.419176</c:v>
                </c:pt>
                <c:pt idx="46">
                  <c:v>55.541525</c:v>
                </c:pt>
                <c:pt idx="47">
                  <c:v>54.320999</c:v>
                </c:pt>
                <c:pt idx="48">
                  <c:v>52.961449</c:v>
                </c:pt>
                <c:pt idx="49">
                  <c:v>51.874726</c:v>
                </c:pt>
                <c:pt idx="50">
                  <c:v>50.790395</c:v>
                </c:pt>
                <c:pt idx="51">
                  <c:v>49.640779</c:v>
                </c:pt>
                <c:pt idx="52">
                  <c:v>48.251268</c:v>
                </c:pt>
                <c:pt idx="53">
                  <c:v>46.800887</c:v>
                </c:pt>
                <c:pt idx="54">
                  <c:v>45.766401</c:v>
                </c:pt>
                <c:pt idx="55">
                  <c:v>44.900316</c:v>
                </c:pt>
                <c:pt idx="56">
                  <c:v>44.02827</c:v>
                </c:pt>
                <c:pt idx="57">
                  <c:v>42.991069</c:v>
                </c:pt>
                <c:pt idx="58">
                  <c:v>41.859468</c:v>
                </c:pt>
                <c:pt idx="59">
                  <c:v>40.645711</c:v>
                </c:pt>
                <c:pt idx="60">
                  <c:v>39.514948</c:v>
                </c:pt>
                <c:pt idx="61">
                  <c:v>38.610576</c:v>
                </c:pt>
                <c:pt idx="62">
                  <c:v>37.691334</c:v>
                </c:pt>
                <c:pt idx="63">
                  <c:v>36.663198</c:v>
                </c:pt>
                <c:pt idx="64">
                  <c:v>35.533709</c:v>
                </c:pt>
                <c:pt idx="65">
                  <c:v>34.50608</c:v>
                </c:pt>
                <c:pt idx="66">
                  <c:v>33.665207</c:v>
                </c:pt>
                <c:pt idx="67">
                  <c:v>33.01094</c:v>
                </c:pt>
                <c:pt idx="68">
                  <c:v>32.273887</c:v>
                </c:pt>
                <c:pt idx="69">
                  <c:v>31.347279</c:v>
                </c:pt>
                <c:pt idx="70">
                  <c:v>30.304315</c:v>
                </c:pt>
                <c:pt idx="71">
                  <c:v>29.644953</c:v>
                </c:pt>
                <c:pt idx="72">
                  <c:v>28.746832</c:v>
                </c:pt>
                <c:pt idx="73">
                  <c:v>27.879093</c:v>
                </c:pt>
                <c:pt idx="74">
                  <c:v>27.109724</c:v>
                </c:pt>
                <c:pt idx="75">
                  <c:v>26.466445</c:v>
                </c:pt>
                <c:pt idx="76">
                  <c:v>25.883038</c:v>
                </c:pt>
              </c:numCache>
            </c:numRef>
          </c:yVal>
          <c:smooth val="0"/>
        </c:ser>
        <c:ser>
          <c:idx val="3"/>
          <c:order val="3"/>
          <c:tx>
            <c:v>2024 baseline</c:v>
          </c:tx>
          <c:spPr>
            <a:ln xmlns:a="http://schemas.openxmlformats.org/drawingml/2006/main" w="14288">
              <a:solidFill>
                <a:srgbClr val="D56E42"/>
              </a:solidFill>
            </a:ln>
          </c:spPr>
          <c:marker>
            <c:symbol val="none"/>
          </c:marker>
          <c:xVal>
            <c:numRef>
              <c:f>'Chart Data'!$G$2:$G$78</c:f>
              <c:numCache>
                <c:formatCode>General</c:formatCode>
                <c:ptCount val="77"/>
                <c:pt idx="0">
                  <c:v>2024</c:v>
                </c:pt>
                <c:pt idx="1">
                  <c:v>2025</c:v>
                </c:pt>
                <c:pt idx="2">
                  <c:v>2026</c:v>
                </c:pt>
                <c:pt idx="3">
                  <c:v>2027</c:v>
                </c:pt>
                <c:pt idx="4">
                  <c:v>2028</c:v>
                </c:pt>
                <c:pt idx="5">
                  <c:v>2029</c:v>
                </c:pt>
                <c:pt idx="6">
                  <c:v>2030</c:v>
                </c:pt>
                <c:pt idx="7">
                  <c:v>2031</c:v>
                </c:pt>
                <c:pt idx="8">
                  <c:v>2032</c:v>
                </c:pt>
                <c:pt idx="9">
                  <c:v>2033</c:v>
                </c:pt>
                <c:pt idx="10">
                  <c:v>2034</c:v>
                </c:pt>
                <c:pt idx="11">
                  <c:v>2035</c:v>
                </c:pt>
                <c:pt idx="12">
                  <c:v>2036</c:v>
                </c:pt>
                <c:pt idx="13">
                  <c:v>2037</c:v>
                </c:pt>
                <c:pt idx="14">
                  <c:v>2038</c:v>
                </c:pt>
                <c:pt idx="15">
                  <c:v>2039</c:v>
                </c:pt>
                <c:pt idx="16">
                  <c:v>2040</c:v>
                </c:pt>
                <c:pt idx="17">
                  <c:v>2041</c:v>
                </c:pt>
                <c:pt idx="18">
                  <c:v>2042</c:v>
                </c:pt>
                <c:pt idx="19">
                  <c:v>2043</c:v>
                </c:pt>
                <c:pt idx="20">
                  <c:v>2044</c:v>
                </c:pt>
                <c:pt idx="21">
                  <c:v>2045</c:v>
                </c:pt>
                <c:pt idx="22">
                  <c:v>2046</c:v>
                </c:pt>
                <c:pt idx="23">
                  <c:v>2047</c:v>
                </c:pt>
                <c:pt idx="24">
                  <c:v>2048</c:v>
                </c:pt>
                <c:pt idx="25">
                  <c:v>2049</c:v>
                </c:pt>
                <c:pt idx="26">
                  <c:v>2050</c:v>
                </c:pt>
                <c:pt idx="27">
                  <c:v>2051</c:v>
                </c:pt>
                <c:pt idx="28">
                  <c:v>2052</c:v>
                </c:pt>
                <c:pt idx="29">
                  <c:v>2053</c:v>
                </c:pt>
                <c:pt idx="30">
                  <c:v>2054</c:v>
                </c:pt>
                <c:pt idx="31">
                  <c:v>2055</c:v>
                </c:pt>
                <c:pt idx="32">
                  <c:v>2056</c:v>
                </c:pt>
                <c:pt idx="33">
                  <c:v>2057</c:v>
                </c:pt>
                <c:pt idx="34">
                  <c:v>2058</c:v>
                </c:pt>
                <c:pt idx="35">
                  <c:v>2059</c:v>
                </c:pt>
                <c:pt idx="36">
                  <c:v>2060</c:v>
                </c:pt>
                <c:pt idx="37">
                  <c:v>2061</c:v>
                </c:pt>
                <c:pt idx="38">
                  <c:v>2062</c:v>
                </c:pt>
                <c:pt idx="39">
                  <c:v>2063</c:v>
                </c:pt>
                <c:pt idx="40">
                  <c:v>2064</c:v>
                </c:pt>
                <c:pt idx="41">
                  <c:v>2065</c:v>
                </c:pt>
                <c:pt idx="42">
                  <c:v>2066</c:v>
                </c:pt>
                <c:pt idx="43">
                  <c:v>2067</c:v>
                </c:pt>
                <c:pt idx="44">
                  <c:v>2068</c:v>
                </c:pt>
                <c:pt idx="45">
                  <c:v>2069</c:v>
                </c:pt>
                <c:pt idx="46">
                  <c:v>2070</c:v>
                </c:pt>
                <c:pt idx="47">
                  <c:v>2071</c:v>
                </c:pt>
                <c:pt idx="48">
                  <c:v>2072</c:v>
                </c:pt>
                <c:pt idx="49">
                  <c:v>2073</c:v>
                </c:pt>
                <c:pt idx="50">
                  <c:v>2074</c:v>
                </c:pt>
                <c:pt idx="51">
                  <c:v>2075</c:v>
                </c:pt>
                <c:pt idx="52">
                  <c:v>2076</c:v>
                </c:pt>
                <c:pt idx="53">
                  <c:v>2077</c:v>
                </c:pt>
                <c:pt idx="54">
                  <c:v>2078</c:v>
                </c:pt>
                <c:pt idx="55">
                  <c:v>2079</c:v>
                </c:pt>
                <c:pt idx="56">
                  <c:v>2080</c:v>
                </c:pt>
                <c:pt idx="57">
                  <c:v>2081</c:v>
                </c:pt>
                <c:pt idx="58">
                  <c:v>2082</c:v>
                </c:pt>
                <c:pt idx="59">
                  <c:v>2083</c:v>
                </c:pt>
                <c:pt idx="60">
                  <c:v>2084</c:v>
                </c:pt>
                <c:pt idx="61">
                  <c:v>2085</c:v>
                </c:pt>
                <c:pt idx="62">
                  <c:v>2086</c:v>
                </c:pt>
                <c:pt idx="63">
                  <c:v>2087</c:v>
                </c:pt>
                <c:pt idx="64">
                  <c:v>2088</c:v>
                </c:pt>
                <c:pt idx="65">
                  <c:v>2089</c:v>
                </c:pt>
                <c:pt idx="66">
                  <c:v>2090</c:v>
                </c:pt>
                <c:pt idx="67">
                  <c:v>2091</c:v>
                </c:pt>
                <c:pt idx="68">
                  <c:v>2092</c:v>
                </c:pt>
                <c:pt idx="69">
                  <c:v>2093</c:v>
                </c:pt>
                <c:pt idx="70">
                  <c:v>2094</c:v>
                </c:pt>
                <c:pt idx="71">
                  <c:v>2095</c:v>
                </c:pt>
                <c:pt idx="72">
                  <c:v>2096</c:v>
                </c:pt>
                <c:pt idx="73">
                  <c:v>2097</c:v>
                </c:pt>
                <c:pt idx="74">
                  <c:v>2098</c:v>
                </c:pt>
                <c:pt idx="75">
                  <c:v>2099</c:v>
                </c:pt>
                <c:pt idx="76">
                  <c:v>2100</c:v>
                </c:pt>
              </c:numCache>
            </c:numRef>
          </c:xVal>
          <c:yVal>
            <c:numRef>
              <c:f>'Chart Data'!$H$2:$H$78</c:f>
              <c:numCache>
                <c:formatCode>0</c:formatCode>
                <c:ptCount val="77"/>
                <c:pt idx="0">
                  <c:v>87.371675</c:v>
                </c:pt>
                <c:pt idx="1">
                  <c:v>87.371675</c:v>
                </c:pt>
                <c:pt idx="2">
                  <c:v>87.371675</c:v>
                </c:pt>
                <c:pt idx="3">
                  <c:v>87.371675</c:v>
                </c:pt>
                <c:pt idx="4">
                  <c:v>87.371675</c:v>
                </c:pt>
                <c:pt idx="5">
                  <c:v>87.371675</c:v>
                </c:pt>
                <c:pt idx="6">
                  <c:v>87.371675</c:v>
                </c:pt>
                <c:pt idx="7">
                  <c:v>87.371675</c:v>
                </c:pt>
                <c:pt idx="8">
                  <c:v>87.371675</c:v>
                </c:pt>
                <c:pt idx="9">
                  <c:v>87.371675</c:v>
                </c:pt>
                <c:pt idx="10">
                  <c:v>87.371675</c:v>
                </c:pt>
                <c:pt idx="11">
                  <c:v>87.371675</c:v>
                </c:pt>
                <c:pt idx="12">
                  <c:v>87.371675</c:v>
                </c:pt>
                <c:pt idx="13">
                  <c:v>87.371675</c:v>
                </c:pt>
                <c:pt idx="14">
                  <c:v>87.371675</c:v>
                </c:pt>
                <c:pt idx="15">
                  <c:v>87.371675</c:v>
                </c:pt>
                <c:pt idx="16">
                  <c:v>87.371675</c:v>
                </c:pt>
                <c:pt idx="17">
                  <c:v>87.371675</c:v>
                </c:pt>
                <c:pt idx="18">
                  <c:v>87.371675</c:v>
                </c:pt>
                <c:pt idx="19">
                  <c:v>87.371675</c:v>
                </c:pt>
                <c:pt idx="20">
                  <c:v>87.371675</c:v>
                </c:pt>
                <c:pt idx="21">
                  <c:v>87.371675</c:v>
                </c:pt>
                <c:pt idx="22">
                  <c:v>87.371675</c:v>
                </c:pt>
                <c:pt idx="23">
                  <c:v>87.371675</c:v>
                </c:pt>
                <c:pt idx="24">
                  <c:v>87.371675</c:v>
                </c:pt>
                <c:pt idx="25">
                  <c:v>87.371675</c:v>
                </c:pt>
                <c:pt idx="26">
                  <c:v>87.371675</c:v>
                </c:pt>
                <c:pt idx="27">
                  <c:v>87.371675</c:v>
                </c:pt>
                <c:pt idx="28">
                  <c:v>87.371675</c:v>
                </c:pt>
                <c:pt idx="29">
                  <c:v>87.371675</c:v>
                </c:pt>
                <c:pt idx="30">
                  <c:v>87.371675</c:v>
                </c:pt>
                <c:pt idx="31">
                  <c:v>87.371675</c:v>
                </c:pt>
                <c:pt idx="32">
                  <c:v>87.371675</c:v>
                </c:pt>
                <c:pt idx="33">
                  <c:v>87.371675</c:v>
                </c:pt>
                <c:pt idx="34">
                  <c:v>87.371675</c:v>
                </c:pt>
                <c:pt idx="35">
                  <c:v>87.371675</c:v>
                </c:pt>
                <c:pt idx="36">
                  <c:v>87.371675</c:v>
                </c:pt>
                <c:pt idx="37">
                  <c:v>87.371675</c:v>
                </c:pt>
                <c:pt idx="38">
                  <c:v>87.371675</c:v>
                </c:pt>
                <c:pt idx="39">
                  <c:v>87.371675</c:v>
                </c:pt>
                <c:pt idx="40">
                  <c:v>87.371675</c:v>
                </c:pt>
                <c:pt idx="41">
                  <c:v>87.371675</c:v>
                </c:pt>
                <c:pt idx="42">
                  <c:v>87.371675</c:v>
                </c:pt>
                <c:pt idx="43">
                  <c:v>87.371675</c:v>
                </c:pt>
                <c:pt idx="44">
                  <c:v>87.371675</c:v>
                </c:pt>
                <c:pt idx="45">
                  <c:v>87.371675</c:v>
                </c:pt>
                <c:pt idx="46">
                  <c:v>87.371675</c:v>
                </c:pt>
                <c:pt idx="47">
                  <c:v>87.371675</c:v>
                </c:pt>
                <c:pt idx="48">
                  <c:v>87.371675</c:v>
                </c:pt>
                <c:pt idx="49">
                  <c:v>87.371675</c:v>
                </c:pt>
                <c:pt idx="50">
                  <c:v>87.371675</c:v>
                </c:pt>
                <c:pt idx="51">
                  <c:v>87.371675</c:v>
                </c:pt>
                <c:pt idx="52">
                  <c:v>87.371675</c:v>
                </c:pt>
                <c:pt idx="53">
                  <c:v>87.371675</c:v>
                </c:pt>
                <c:pt idx="54">
                  <c:v>87.371675</c:v>
                </c:pt>
                <c:pt idx="55">
                  <c:v>87.371675</c:v>
                </c:pt>
                <c:pt idx="56">
                  <c:v>87.371675</c:v>
                </c:pt>
                <c:pt idx="57">
                  <c:v>87.371675</c:v>
                </c:pt>
                <c:pt idx="58">
                  <c:v>87.371675</c:v>
                </c:pt>
                <c:pt idx="59">
                  <c:v>87.371675</c:v>
                </c:pt>
                <c:pt idx="60">
                  <c:v>87.371675</c:v>
                </c:pt>
                <c:pt idx="61">
                  <c:v>87.371675</c:v>
                </c:pt>
                <c:pt idx="62">
                  <c:v>87.371675</c:v>
                </c:pt>
                <c:pt idx="63">
                  <c:v>87.371675</c:v>
                </c:pt>
                <c:pt idx="64">
                  <c:v>87.371675</c:v>
                </c:pt>
                <c:pt idx="65">
                  <c:v>87.371675</c:v>
                </c:pt>
                <c:pt idx="66">
                  <c:v>87.371675</c:v>
                </c:pt>
                <c:pt idx="67">
                  <c:v>87.371675</c:v>
                </c:pt>
                <c:pt idx="68">
                  <c:v>87.371675</c:v>
                </c:pt>
                <c:pt idx="69">
                  <c:v>87.371675</c:v>
                </c:pt>
                <c:pt idx="70">
                  <c:v>87.371675</c:v>
                </c:pt>
                <c:pt idx="71">
                  <c:v>87.371675</c:v>
                </c:pt>
                <c:pt idx="72">
                  <c:v>87.371675</c:v>
                </c:pt>
                <c:pt idx="73">
                  <c:v>87.371675</c:v>
                </c:pt>
                <c:pt idx="74">
                  <c:v>87.371675</c:v>
                </c:pt>
                <c:pt idx="75">
                  <c:v>87.371675</c:v>
                </c:pt>
                <c:pt idx="76">
                  <c:v>87.371675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0"/>
          <c:min val="0"/>
        </c:scaling>
        <c:delete val="0"/>
        <c:axPos val="l"/>
        <c:majorGridlines>
          <c:spPr>
            <a:ln xmlns:a="http://schemas.openxmlformats.org/drawingml/2006/main" w="9525">
              <a:solidFill>
                <a:srgbClr val="DFE5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Population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570"/>
                </a:solidFill>
                <a:latin typeface="Arial"/>
                <a:ea typeface="Arial"/>
                <a:cs typeface="Arial"/>
              </a:defRPr>
            </a:pPr>
          </a:p>
        </c:txPr>
        <c:crossAx val="48650112"/>
        <c:majorUnit val="20"/>
      </c:valAx>
      <c:valAx>
        <c:axId val="48650112"/>
        <c:scaling>
          <c:orientation val="minMax"/>
          <c:max val="2100"/>
          <c:min val="202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Year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570"/>
                </a:solidFill>
                <a:latin typeface="Arial"/>
                <a:ea typeface="Arial"/>
                <a:cs typeface="Arial"/>
              </a:defRPr>
            </a:pPr>
          </a:p>
        </c:txPr>
        <c:crossAx val="48672768"/>
        <c:majorUnit val="20"/>
      </c:valAx>
      <c:spPr>
        <a:solidFill xmlns:a="http://schemas.openxmlformats.org/drawingml/2006/main">
          <a:srgbClr val="FAFAF6"/>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72C38"/>
              </a:solidFill>
              <a:latin typeface="Arial"/>
              <a:ea typeface="Arial"/>
              <a:cs typeface="Arial"/>
            </a:defRPr>
          </a:pPr>
        </a:p>
      </c:txPr>
    </c:legend>
    <c:plotVisOnly val="1"/>
  </c:chart>
  <c:spPr>
    <a:solidFill xmlns:a="http://schemas.openxmlformats.org/drawingml/2006/main">
      <a:srgbClr val="FAFAF6"/>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Countries and areas</c:v>
          </c:tx>
          <c:spPr>
            <a:solidFill xmlns:a="http://schemas.openxmlformats.org/drawingml/2006/main">
              <a:srgbClr val="1F7480"/>
            </a:solidFill>
          </c:spPr>
          <c:invertIfNegative val="0"/>
          <c:dPt>
            <c:idx val="1"/>
            <c:invertIfNegative val="0"/>
            <c:spPr>
              <a:solidFill xmlns:a="http://schemas.openxmlformats.org/drawingml/2006/main">
                <a:srgbClr val="9CAAAE"/>
              </a:solidFill>
            </c:spPr>
          </c:dPt>
          <c:cat>
            <c:strRef>
              <c:f>'Chart Data'!$A$2:$A$3</c:f>
              <c:strCache>
                <c:ptCount val="2"/>
                <c:pt idx="0">
                  <c:v>Entire 95% interval above baseline</c:v>
                </c:pt>
                <c:pt idx="1">
                  <c:v>95% interval spans baseline</c:v>
                </c:pt>
              </c:strCache>
            </c:strRef>
          </c:cat>
          <c:val>
            <c:numRef>
              <c:f>'Chart Data'!$B$2:$B$3</c:f>
              <c:numCache>
                <c:formatCode>0</c:formatCode>
                <c:ptCount val="2"/>
                <c:pt idx="0">
                  <c:v>6</c:v>
                </c:pt>
                <c:pt idx="1">
                  <c:v>58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172C38"/>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0"/>
                </a:solidFill>
                <a:latin typeface="Arial"/>
                <a:ea typeface="Arial"/>
                <a:cs typeface="Arial"/>
              </a:defRPr>
            </a:pPr>
          </a:p>
        </c:txPr>
        <c:crossAx val="48672768"/>
      </c:catAx>
      <c:valAx>
        <c:axId val="48672768"/>
        <c:scaling>
          <c:orientation val="minMax"/>
          <c:max val="70"/>
          <c:min val="0"/>
        </c:scaling>
        <c:delete val="0"/>
        <c:axPos val="b"/>
        <c:majorGridlines>
          <c:spPr>
            <a:ln xmlns:a="http://schemas.openxmlformats.org/drawingml/2006/main" w="9525">
              <a:solidFill>
                <a:srgbClr val="DFE5E4"/>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570"/>
                </a:solidFill>
                <a:latin typeface="Arial"/>
                <a:ea typeface="Arial"/>
                <a:cs typeface="Arial"/>
              </a:defRPr>
            </a:pPr>
          </a:p>
        </c:txPr>
        <c:crossAx val="48650112"/>
        <c:crossBetween val="between"/>
        <c:majorUnit val="20"/>
      </c:valAx>
      <c:spPr>
        <a:solidFill xmlns:a="http://schemas.openxmlformats.org/drawingml/2006/main">
          <a:srgbClr val="FAFAF6"/>
        </a:solidFill>
      </c:spPr>
    </c:plotArea>
    <c:plotVisOnly val="1"/>
  </c:chart>
  <c:spPr>
    <a:solidFill xmlns:a="http://schemas.openxmlformats.org/drawingml/2006/main">
      <a:srgbClr val="FAFAF6"/>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C3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0B98BD-63CA-4713-BDE7-D43F8FCD8343}"/>
              </a:ext>
            </a:extLst>
          </p:cNvPr>
          <p:cNvSpPr>
            <a:spLocks xmlns:a="http://schemas.openxmlformats.org/drawingml/2006/main" noGrp="1"/>
          </p:cNvSpPr>
          <p:nvPr/>
        </p:nvSpPr>
        <p:spPr>
          <a:xfrm xmlns:a="http://schemas.openxmlformats.org/drawingml/2006/main">
            <a:off x="60960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B5D9D8"/>
                </a:solidFill>
                <a:latin typeface="Arial"/>
                <a:ea typeface="Arial"/>
                <a:cs typeface="Arial"/>
              </a:defRPr>
            </a:defPPr>
            <a:lvl1pPr>
              <a:defRPr sz="1575" b="0">
                <a:solidFill>
                  <a:srgbClr val="B5D9D8"/>
                </a:solidFill>
                <a:latin typeface="Arial"/>
                <a:ea typeface="Arial"/>
                <a:cs typeface="Arial"/>
              </a:defRPr>
            </a:lvl1pPr>
            <a:lvl2pPr>
              <a:defRPr sz="1575" b="0">
                <a:solidFill>
                  <a:srgbClr val="B5D9D8"/>
                </a:solidFill>
                <a:latin typeface="Arial"/>
                <a:ea typeface="Arial"/>
                <a:cs typeface="Arial"/>
              </a:defRPr>
            </a:lvl2pPr>
            <a:lvl3pPr>
              <a:defRPr sz="1575" b="0">
                <a:solidFill>
                  <a:srgbClr val="B5D9D8"/>
                </a:solidFill>
                <a:latin typeface="Arial"/>
                <a:ea typeface="Arial"/>
                <a:cs typeface="Arial"/>
              </a:defRPr>
            </a:lvl3pPr>
            <a:lvl4pPr>
              <a:defRPr sz="1575" b="0">
                <a:solidFill>
                  <a:srgbClr val="B5D9D8"/>
                </a:solidFill>
                <a:latin typeface="Arial"/>
                <a:ea typeface="Arial"/>
                <a:cs typeface="Arial"/>
              </a:defRPr>
            </a:lvl4pPr>
            <a:lvl5pPr>
              <a:defRPr sz="1575" b="0">
                <a:solidFill>
                  <a:srgbClr val="B5D9D8"/>
                </a:solidFill>
                <a:latin typeface="Arial"/>
                <a:ea typeface="Arial"/>
                <a:cs typeface="Arial"/>
              </a:defRPr>
            </a:lvl5pPr>
            <a:lvl6pPr>
              <a:defRPr sz="1575" b="0">
                <a:solidFill>
                  <a:srgbClr val="B5D9D8"/>
                </a:solidFill>
                <a:latin typeface="Arial"/>
                <a:ea typeface="Arial"/>
                <a:cs typeface="Arial"/>
              </a:defRPr>
            </a:lvl6pPr>
            <a:lvl7pPr>
              <a:defRPr sz="1575" b="0">
                <a:solidFill>
                  <a:srgbClr val="B5D9D8"/>
                </a:solidFill>
                <a:latin typeface="Arial"/>
                <a:ea typeface="Arial"/>
                <a:cs typeface="Arial"/>
              </a:defRPr>
            </a:lvl7pPr>
            <a:lvl8pPr>
              <a:defRPr sz="1575" b="0">
                <a:solidFill>
                  <a:srgbClr val="B5D9D8"/>
                </a:solidFill>
                <a:latin typeface="Arial"/>
                <a:ea typeface="Arial"/>
                <a:cs typeface="Arial"/>
              </a:defRPr>
            </a:lvl8pPr>
            <a:lvl9pPr>
              <a:defRPr sz="1575" b="0">
                <a:solidFill>
                  <a:srgbClr val="B5D9D8"/>
                </a:solidFill>
                <a:latin typeface="Arial"/>
                <a:ea typeface="Arial"/>
                <a:cs typeface="Arial"/>
              </a:defRPr>
            </a:lvl9pPr>
          </a:lstStyle>
          <a:p xmlns:a="http://schemas.openxmlformats.org/drawingml/2006/main">
            <a:pPr>
              <a:defRPr sz="1575" b="0">
                <a:solidFill>
                  <a:srgbClr val="B5D9D8"/>
                </a:solidFill>
                <a:latin typeface="Arial"/>
                <a:ea typeface="Arial"/>
                <a:cs typeface="Arial"/>
              </a:defRPr>
            </a:pPr>
            <a:r>
              <a:rPr sz="1575" b="0">
                <a:solidFill>
                  <a:srgbClr val="B5D9D8"/>
                </a:solidFill>
                <a:latin typeface="Arial"/>
                <a:ea typeface="Arial"/>
                <a:cs typeface="Arial"/>
              </a:rPr>
              <a:t>ASA International Data Quest Türkiye 2026</a:t>
            </a:r>
          </a:p>
        </p:txBody>
      </p:sp>
      <p:sp>
        <p:nvSpPr>
          <p:cNvPr id="2" name="">
            <a:extLst xmlns:a="http://schemas.openxmlformats.org/drawingml/2006/main">
              <a:ext uri="{FF2B5EF4-FFF2-40B4-BE49-F238E27FC236}">
                <a16:creationId xmlns:a16="http://schemas.microsoft.com/office/drawing/2014/main" id="{4669DC60-D266-4CC7-9529-6D52D30B4532}"/>
              </a:ext>
            </a:extLst>
          </p:cNvPr>
          <p:cNvSpPr>
            <a:spLocks xmlns:a="http://schemas.openxmlformats.org/drawingml/2006/main" noGrp="1"/>
          </p:cNvSpPr>
          <p:nvPr/>
        </p:nvSpPr>
        <p:spPr>
          <a:xfrm xmlns:a="http://schemas.openxmlformats.org/drawingml/2006/main">
            <a:off x="609600" y="176212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Low fertility,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continued growth?</a:t>
            </a:r>
          </a:p>
        </p:txBody>
      </p:sp>
      <p:sp>
        <p:nvSpPr>
          <p:cNvPr id="3" name="">
            <a:extLst xmlns:a="http://schemas.openxmlformats.org/drawingml/2006/main">
              <a:ext uri="{FF2B5EF4-FFF2-40B4-BE49-F238E27FC236}">
                <a16:creationId xmlns:a16="http://schemas.microsoft.com/office/drawing/2014/main" id="{86890CC6-C9D6-4BAA-AC76-EA9679EFE080}"/>
              </a:ext>
            </a:extLst>
          </p:cNvPr>
          <p:cNvSpPr>
            <a:spLocks xmlns:a="http://schemas.openxmlformats.org/drawingml/2006/main" noGrp="1"/>
          </p:cNvSpPr>
          <p:nvPr/>
        </p:nvSpPr>
        <p:spPr>
          <a:xfrm xmlns:a="http://schemas.openxmlformats.org/drawingml/2006/main">
            <a:off x="647700" y="3857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DCE8E7"/>
                </a:solidFill>
                <a:latin typeface="Arial"/>
                <a:ea typeface="Arial"/>
                <a:cs typeface="Arial"/>
              </a:defRPr>
            </a:defPPr>
            <a:lvl1pPr>
              <a:defRPr sz="2325" b="0">
                <a:solidFill>
                  <a:srgbClr val="DCE8E7"/>
                </a:solidFill>
                <a:latin typeface="Arial"/>
                <a:ea typeface="Arial"/>
                <a:cs typeface="Arial"/>
              </a:defRPr>
            </a:lvl1pPr>
            <a:lvl2pPr>
              <a:defRPr sz="2325" b="0">
                <a:solidFill>
                  <a:srgbClr val="DCE8E7"/>
                </a:solidFill>
                <a:latin typeface="Arial"/>
                <a:ea typeface="Arial"/>
                <a:cs typeface="Arial"/>
              </a:defRPr>
            </a:lvl2pPr>
            <a:lvl3pPr>
              <a:defRPr sz="2325" b="0">
                <a:solidFill>
                  <a:srgbClr val="DCE8E7"/>
                </a:solidFill>
                <a:latin typeface="Arial"/>
                <a:ea typeface="Arial"/>
                <a:cs typeface="Arial"/>
              </a:defRPr>
            </a:lvl3pPr>
            <a:lvl4pPr>
              <a:defRPr sz="2325" b="0">
                <a:solidFill>
                  <a:srgbClr val="DCE8E7"/>
                </a:solidFill>
                <a:latin typeface="Arial"/>
                <a:ea typeface="Arial"/>
                <a:cs typeface="Arial"/>
              </a:defRPr>
            </a:lvl4pPr>
            <a:lvl5pPr>
              <a:defRPr sz="2325" b="0">
                <a:solidFill>
                  <a:srgbClr val="DCE8E7"/>
                </a:solidFill>
                <a:latin typeface="Arial"/>
                <a:ea typeface="Arial"/>
                <a:cs typeface="Arial"/>
              </a:defRPr>
            </a:lvl5pPr>
            <a:lvl6pPr>
              <a:defRPr sz="2325" b="0">
                <a:solidFill>
                  <a:srgbClr val="DCE8E7"/>
                </a:solidFill>
                <a:latin typeface="Arial"/>
                <a:ea typeface="Arial"/>
                <a:cs typeface="Arial"/>
              </a:defRPr>
            </a:lvl6pPr>
            <a:lvl7pPr>
              <a:defRPr sz="2325" b="0">
                <a:solidFill>
                  <a:srgbClr val="DCE8E7"/>
                </a:solidFill>
                <a:latin typeface="Arial"/>
                <a:ea typeface="Arial"/>
                <a:cs typeface="Arial"/>
              </a:defRPr>
            </a:lvl7pPr>
            <a:lvl8pPr>
              <a:defRPr sz="2325" b="0">
                <a:solidFill>
                  <a:srgbClr val="DCE8E7"/>
                </a:solidFill>
                <a:latin typeface="Arial"/>
                <a:ea typeface="Arial"/>
                <a:cs typeface="Arial"/>
              </a:defRPr>
            </a:lvl8pPr>
            <a:lvl9pPr>
              <a:defRPr sz="2325" b="0">
                <a:solidFill>
                  <a:srgbClr val="DCE8E7"/>
                </a:solidFill>
                <a:latin typeface="Arial"/>
                <a:ea typeface="Arial"/>
                <a:cs typeface="Arial"/>
              </a:defRPr>
            </a:lvl9pPr>
          </a:lstStyle>
          <a:p xmlns:a="http://schemas.openxmlformats.org/drawingml/2006/main">
            <a:pPr>
              <a:defRPr sz="2325" b="0">
                <a:solidFill>
                  <a:srgbClr val="DCE8E7"/>
                </a:solidFill>
                <a:latin typeface="Arial"/>
                <a:ea typeface="Arial"/>
                <a:cs typeface="Arial"/>
              </a:defRPr>
            </a:pPr>
            <a:r>
              <a:rPr sz="2325" b="0">
                <a:solidFill>
                  <a:srgbClr val="DCE8E7"/>
                </a:solidFill>
                <a:latin typeface="Arial"/>
                <a:ea typeface="Arial"/>
                <a:cs typeface="Arial"/>
              </a:rPr>
              <a:t>Population momentum and uncertainty to 2050</a:t>
            </a:r>
          </a:p>
        </p:txBody>
      </p:sp>
      <p:sp>
        <p:nvSpPr>
          <p:cNvPr id="4" name="">
            <a:extLst xmlns:a="http://schemas.openxmlformats.org/drawingml/2006/main">
              <a:ext uri="{FF2B5EF4-FFF2-40B4-BE49-F238E27FC236}">
                <a16:creationId xmlns:a16="http://schemas.microsoft.com/office/drawing/2014/main" id="{B6A27B7C-AA2B-4360-BA02-FE91AA755461}"/>
              </a:ext>
            </a:extLst>
          </p:cNvPr>
          <p:cNvSpPr>
            <a:spLocks xmlns:a="http://schemas.openxmlformats.org/drawingml/2006/main" noGrp="1"/>
          </p:cNvSpPr>
          <p:nvPr/>
        </p:nvSpPr>
        <p:spPr>
          <a:xfrm xmlns:a="http://schemas.openxmlformats.org/drawingml/2006/main">
            <a:off x="647700" y="497205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5D9D8"/>
                </a:solidFill>
                <a:latin typeface="Arial"/>
                <a:ea typeface="Arial"/>
                <a:cs typeface="Arial"/>
              </a:defRPr>
            </a:defPPr>
            <a:lvl1pPr>
              <a:defRPr sz="1725" b="0">
                <a:solidFill>
                  <a:srgbClr val="B5D9D8"/>
                </a:solidFill>
                <a:latin typeface="Arial"/>
                <a:ea typeface="Arial"/>
                <a:cs typeface="Arial"/>
              </a:defRPr>
            </a:lvl1pPr>
            <a:lvl2pPr>
              <a:defRPr sz="1725" b="0">
                <a:solidFill>
                  <a:srgbClr val="B5D9D8"/>
                </a:solidFill>
                <a:latin typeface="Arial"/>
                <a:ea typeface="Arial"/>
                <a:cs typeface="Arial"/>
              </a:defRPr>
            </a:lvl2pPr>
            <a:lvl3pPr>
              <a:defRPr sz="1725" b="0">
                <a:solidFill>
                  <a:srgbClr val="B5D9D8"/>
                </a:solidFill>
                <a:latin typeface="Arial"/>
                <a:ea typeface="Arial"/>
                <a:cs typeface="Arial"/>
              </a:defRPr>
            </a:lvl3pPr>
            <a:lvl4pPr>
              <a:defRPr sz="1725" b="0">
                <a:solidFill>
                  <a:srgbClr val="B5D9D8"/>
                </a:solidFill>
                <a:latin typeface="Arial"/>
                <a:ea typeface="Arial"/>
                <a:cs typeface="Arial"/>
              </a:defRPr>
            </a:lvl4pPr>
            <a:lvl5pPr>
              <a:defRPr sz="1725" b="0">
                <a:solidFill>
                  <a:srgbClr val="B5D9D8"/>
                </a:solidFill>
                <a:latin typeface="Arial"/>
                <a:ea typeface="Arial"/>
                <a:cs typeface="Arial"/>
              </a:defRPr>
            </a:lvl5pPr>
            <a:lvl6pPr>
              <a:defRPr sz="1725" b="0">
                <a:solidFill>
                  <a:srgbClr val="B5D9D8"/>
                </a:solidFill>
                <a:latin typeface="Arial"/>
                <a:ea typeface="Arial"/>
                <a:cs typeface="Arial"/>
              </a:defRPr>
            </a:lvl6pPr>
            <a:lvl7pPr>
              <a:defRPr sz="1725" b="0">
                <a:solidFill>
                  <a:srgbClr val="B5D9D8"/>
                </a:solidFill>
                <a:latin typeface="Arial"/>
                <a:ea typeface="Arial"/>
                <a:cs typeface="Arial"/>
              </a:defRPr>
            </a:lvl7pPr>
            <a:lvl8pPr>
              <a:defRPr sz="1725" b="0">
                <a:solidFill>
                  <a:srgbClr val="B5D9D8"/>
                </a:solidFill>
                <a:latin typeface="Arial"/>
                <a:ea typeface="Arial"/>
                <a:cs typeface="Arial"/>
              </a:defRPr>
            </a:lvl8pPr>
            <a:lvl9pPr>
              <a:defRPr sz="1725" b="0">
                <a:solidFill>
                  <a:srgbClr val="B5D9D8"/>
                </a:solidFill>
                <a:latin typeface="Arial"/>
                <a:ea typeface="Arial"/>
                <a:cs typeface="Arial"/>
              </a:defRPr>
            </a:lvl9pPr>
          </a:lstStyle>
          <a:p xmlns:a="http://schemas.openxmlformats.org/drawingml/2006/main">
            <a:pPr>
              <a:defRPr sz="1725" b="0">
                <a:solidFill>
                  <a:srgbClr val="B5D9D8"/>
                </a:solidFill>
                <a:latin typeface="Arial"/>
                <a:ea typeface="Arial"/>
                <a:cs typeface="Arial"/>
              </a:defRPr>
            </a:pPr>
            <a:r>
              <a:rPr sz="1725" b="0">
                <a:solidFill>
                  <a:srgbClr val="B5D9D8"/>
                </a:solidFill>
                <a:latin typeface="Arial"/>
                <a:ea typeface="Arial"/>
                <a:cs typeface="Arial"/>
              </a:rPr>
              <a:t>237 countries and areas</a:t>
            </a:r>
          </a:p>
          <a:p xmlns:a="http://schemas.openxmlformats.org/drawingml/2006/main">
            <a:pPr>
              <a:defRPr sz="1725" b="0">
                <a:solidFill>
                  <a:srgbClr val="B5D9D8"/>
                </a:solidFill>
                <a:latin typeface="Arial"/>
                <a:ea typeface="Arial"/>
                <a:cs typeface="Arial"/>
              </a:defRPr>
            </a:pPr>
            <a:r>
              <a:rPr sz="1725" b="0">
                <a:solidFill>
                  <a:srgbClr val="B5D9D8"/>
                </a:solidFill>
                <a:latin typeface="Arial"/>
                <a:ea typeface="Arial"/>
                <a:cs typeface="Arial"/>
              </a:rPr>
              <a:t>UN World Population Prospects 2024</a:t>
            </a:r>
          </a:p>
        </p:txBody>
      </p:sp>
      <p:sp>
        <p:nvSpPr>
          <p:cNvPr id="5" name="">
            <a:extLst xmlns:a="http://schemas.openxmlformats.org/drawingml/2006/main">
              <a:ext uri="{FF2B5EF4-FFF2-40B4-BE49-F238E27FC236}">
                <a16:creationId xmlns:a16="http://schemas.microsoft.com/office/drawing/2014/main" id="{8D87822D-BAA9-429F-B756-B7BB60D7D8CA}"/>
              </a:ext>
            </a:extLst>
          </p:cNvPr>
          <p:cNvSpPr>
            <a:spLocks xmlns:a="http://schemas.openxmlformats.org/drawingml/2006/main" noGrp="1"/>
          </p:cNvSpPr>
          <p:nvPr/>
        </p:nvSpPr>
        <p:spPr>
          <a:xfrm xmlns:a="http://schemas.openxmlformats.org/drawingml/2006/main">
            <a:off x="647700" y="6153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DCE8E7"/>
                </a:solidFill>
                <a:latin typeface="Arial"/>
                <a:ea typeface="Arial"/>
                <a:cs typeface="Arial"/>
              </a:defRPr>
            </a:defPPr>
            <a:lvl1pPr>
              <a:defRPr sz="1275" b="0">
                <a:solidFill>
                  <a:srgbClr val="DCE8E7"/>
                </a:solidFill>
                <a:latin typeface="Arial"/>
                <a:ea typeface="Arial"/>
                <a:cs typeface="Arial"/>
              </a:defRPr>
            </a:lvl1pPr>
            <a:lvl2pPr>
              <a:defRPr sz="1275" b="0">
                <a:solidFill>
                  <a:srgbClr val="DCE8E7"/>
                </a:solidFill>
                <a:latin typeface="Arial"/>
                <a:ea typeface="Arial"/>
                <a:cs typeface="Arial"/>
              </a:defRPr>
            </a:lvl2pPr>
            <a:lvl3pPr>
              <a:defRPr sz="1275" b="0">
                <a:solidFill>
                  <a:srgbClr val="DCE8E7"/>
                </a:solidFill>
                <a:latin typeface="Arial"/>
                <a:ea typeface="Arial"/>
                <a:cs typeface="Arial"/>
              </a:defRPr>
            </a:lvl3pPr>
            <a:lvl4pPr>
              <a:defRPr sz="1275" b="0">
                <a:solidFill>
                  <a:srgbClr val="DCE8E7"/>
                </a:solidFill>
                <a:latin typeface="Arial"/>
                <a:ea typeface="Arial"/>
                <a:cs typeface="Arial"/>
              </a:defRPr>
            </a:lvl4pPr>
            <a:lvl5pPr>
              <a:defRPr sz="1275" b="0">
                <a:solidFill>
                  <a:srgbClr val="DCE8E7"/>
                </a:solidFill>
                <a:latin typeface="Arial"/>
                <a:ea typeface="Arial"/>
                <a:cs typeface="Arial"/>
              </a:defRPr>
            </a:lvl5pPr>
            <a:lvl6pPr>
              <a:defRPr sz="1275" b="0">
                <a:solidFill>
                  <a:srgbClr val="DCE8E7"/>
                </a:solidFill>
                <a:latin typeface="Arial"/>
                <a:ea typeface="Arial"/>
                <a:cs typeface="Arial"/>
              </a:defRPr>
            </a:lvl6pPr>
            <a:lvl7pPr>
              <a:defRPr sz="1275" b="0">
                <a:solidFill>
                  <a:srgbClr val="DCE8E7"/>
                </a:solidFill>
                <a:latin typeface="Arial"/>
                <a:ea typeface="Arial"/>
                <a:cs typeface="Arial"/>
              </a:defRPr>
            </a:lvl7pPr>
            <a:lvl8pPr>
              <a:defRPr sz="1275" b="0">
                <a:solidFill>
                  <a:srgbClr val="DCE8E7"/>
                </a:solidFill>
                <a:latin typeface="Arial"/>
                <a:ea typeface="Arial"/>
                <a:cs typeface="Arial"/>
              </a:defRPr>
            </a:lvl8pPr>
            <a:lvl9pPr>
              <a:defRPr sz="1275" b="0">
                <a:solidFill>
                  <a:srgbClr val="DCE8E7"/>
                </a:solidFill>
                <a:latin typeface="Arial"/>
                <a:ea typeface="Arial"/>
                <a:cs typeface="Arial"/>
              </a:defRPr>
            </a:lvl9pPr>
          </a:lstStyle>
          <a:p xmlns:a="http://schemas.openxmlformats.org/drawingml/2006/main">
            <a:pPr>
              <a:defRPr sz="1275" b="0">
                <a:solidFill>
                  <a:srgbClr val="DCE8E7"/>
                </a:solidFill>
                <a:latin typeface="Arial"/>
                <a:ea typeface="Arial"/>
                <a:cs typeface="Arial"/>
              </a:defRPr>
            </a:pPr>
            <a:r>
              <a:rPr sz="1275" b="0">
                <a:solidFill>
                  <a:srgbClr val="DCE8E7"/>
                </a:solidFill>
                <a:latin typeface="Arial"/>
                <a:ea typeface="Arial"/>
                <a:cs typeface="Arial"/>
              </a:rPr>
              <a:t>A scenario analysis with a Türkiye case study</a:t>
            </a:r>
          </a:p>
        </p:txBody>
      </p:sp>
    </p:spTree>
    <p:extLst>
      <p:ext uri="{BB962C8B-B14F-4D97-AF65-F5344CB8AC3E}">
        <p14:creationId xmlns:p14="http://schemas.microsoft.com/office/powerpoint/2010/main" val="615732995"/>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AB23DB-EEDD-4D6C-98DE-3140C1E306AF}"/>
              </a:ext>
            </a:extLst>
          </p:cNvPr>
          <p:cNvSpPr>
            <a:spLocks xmlns:a="http://schemas.openxmlformats.org/drawingml/2006/main" noGrp="1"/>
          </p:cNvSpPr>
          <p:nvPr/>
        </p:nvSpPr>
        <p:spPr>
          <a:xfrm xmlns:a="http://schemas.openxmlformats.org/drawingml/2006/main">
            <a:off x="533400" y="4000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00" b="1">
                <a:solidFill>
                  <a:srgbClr val="172C38"/>
                </a:solidFill>
                <a:latin typeface="Arial"/>
                <a:ea typeface="Arial"/>
                <a:cs typeface="Arial"/>
              </a:defRPr>
            </a:defPPr>
            <a:lvl1pPr>
              <a:defRPr sz="2700" b="1">
                <a:solidFill>
                  <a:srgbClr val="172C38"/>
                </a:solidFill>
                <a:latin typeface="Arial"/>
                <a:ea typeface="Arial"/>
                <a:cs typeface="Arial"/>
              </a:defRPr>
            </a:lvl1pPr>
            <a:lvl2pPr>
              <a:defRPr sz="2700" b="1">
                <a:solidFill>
                  <a:srgbClr val="172C38"/>
                </a:solidFill>
                <a:latin typeface="Arial"/>
                <a:ea typeface="Arial"/>
                <a:cs typeface="Arial"/>
              </a:defRPr>
            </a:lvl2pPr>
            <a:lvl3pPr>
              <a:defRPr sz="2700" b="1">
                <a:solidFill>
                  <a:srgbClr val="172C38"/>
                </a:solidFill>
                <a:latin typeface="Arial"/>
                <a:ea typeface="Arial"/>
                <a:cs typeface="Arial"/>
              </a:defRPr>
            </a:lvl3pPr>
            <a:lvl4pPr>
              <a:defRPr sz="2700" b="1">
                <a:solidFill>
                  <a:srgbClr val="172C38"/>
                </a:solidFill>
                <a:latin typeface="Arial"/>
                <a:ea typeface="Arial"/>
                <a:cs typeface="Arial"/>
              </a:defRPr>
            </a:lvl4pPr>
            <a:lvl5pPr>
              <a:defRPr sz="2700" b="1">
                <a:solidFill>
                  <a:srgbClr val="172C38"/>
                </a:solidFill>
                <a:latin typeface="Arial"/>
                <a:ea typeface="Arial"/>
                <a:cs typeface="Arial"/>
              </a:defRPr>
            </a:lvl5pPr>
            <a:lvl6pPr>
              <a:defRPr sz="2700" b="1">
                <a:solidFill>
                  <a:srgbClr val="172C38"/>
                </a:solidFill>
                <a:latin typeface="Arial"/>
                <a:ea typeface="Arial"/>
                <a:cs typeface="Arial"/>
              </a:defRPr>
            </a:lvl6pPr>
            <a:lvl7pPr>
              <a:defRPr sz="2700" b="1">
                <a:solidFill>
                  <a:srgbClr val="172C38"/>
                </a:solidFill>
                <a:latin typeface="Arial"/>
                <a:ea typeface="Arial"/>
                <a:cs typeface="Arial"/>
              </a:defRPr>
            </a:lvl7pPr>
            <a:lvl8pPr>
              <a:defRPr sz="2700" b="1">
                <a:solidFill>
                  <a:srgbClr val="172C38"/>
                </a:solidFill>
                <a:latin typeface="Arial"/>
                <a:ea typeface="Arial"/>
                <a:cs typeface="Arial"/>
              </a:defRPr>
            </a:lvl8pPr>
            <a:lvl9pPr>
              <a:defRPr sz="2700" b="1">
                <a:solidFill>
                  <a:srgbClr val="172C38"/>
                </a:solidFill>
                <a:latin typeface="Arial"/>
                <a:ea typeface="Arial"/>
                <a:cs typeface="Arial"/>
              </a:defRPr>
            </a:lvl9pPr>
          </a:lstStyle>
          <a:p xmlns:a="http://schemas.openxmlformats.org/drawingml/2006/main">
            <a:pPr>
              <a:defRPr sz="2700" b="1">
                <a:solidFill>
                  <a:srgbClr val="172C38"/>
                </a:solidFill>
                <a:latin typeface="Arial"/>
                <a:ea typeface="Arial"/>
                <a:cs typeface="Arial"/>
              </a:defRPr>
            </a:pPr>
            <a:r>
              <a:rPr sz="2700" b="1">
                <a:solidFill>
                  <a:srgbClr val="172C38"/>
                </a:solidFill>
                <a:latin typeface="Arial"/>
                <a:ea typeface="Arial"/>
                <a:cs typeface="Arial"/>
              </a:rPr>
              <a:t>Low fertility and growth coexist in the Medium projection</a:t>
            </a:r>
          </a:p>
        </p:txBody>
      </p:sp>
      <p:sp>
        <p:nvSpPr>
          <p:cNvPr id="2" name="">
            <a:extLst xmlns:a="http://schemas.openxmlformats.org/drawingml/2006/main">
              <a:ext uri="{FF2B5EF4-FFF2-40B4-BE49-F238E27FC236}">
                <a16:creationId xmlns:a16="http://schemas.microsoft.com/office/drawing/2014/main" id="{F035FF31-C783-4FDB-B70D-B06C2FF329B0}"/>
              </a:ext>
            </a:extLst>
          </p:cNvPr>
          <p:cNvSpPr>
            <a:spLocks xmlns:a="http://schemas.openxmlformats.org/drawingml/2006/main" noGrp="1"/>
          </p:cNvSpPr>
          <p:nvPr/>
        </p:nvSpPr>
        <p:spPr>
          <a:xfrm xmlns:a="http://schemas.openxmlformats.org/drawingml/2006/main">
            <a:off x="533400" y="11430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26570"/>
                </a:solidFill>
                <a:latin typeface="Arial"/>
                <a:ea typeface="Arial"/>
                <a:cs typeface="Arial"/>
              </a:defRPr>
            </a:defPPr>
            <a:lvl1pPr>
              <a:defRPr sz="1425" b="0">
                <a:solidFill>
                  <a:srgbClr val="526570"/>
                </a:solidFill>
                <a:latin typeface="Arial"/>
                <a:ea typeface="Arial"/>
                <a:cs typeface="Arial"/>
              </a:defRPr>
            </a:lvl1pPr>
            <a:lvl2pPr>
              <a:defRPr sz="1425" b="0">
                <a:solidFill>
                  <a:srgbClr val="526570"/>
                </a:solidFill>
                <a:latin typeface="Arial"/>
                <a:ea typeface="Arial"/>
                <a:cs typeface="Arial"/>
              </a:defRPr>
            </a:lvl2pPr>
            <a:lvl3pPr>
              <a:defRPr sz="1425" b="0">
                <a:solidFill>
                  <a:srgbClr val="526570"/>
                </a:solidFill>
                <a:latin typeface="Arial"/>
                <a:ea typeface="Arial"/>
                <a:cs typeface="Arial"/>
              </a:defRPr>
            </a:lvl3pPr>
            <a:lvl4pPr>
              <a:defRPr sz="1425" b="0">
                <a:solidFill>
                  <a:srgbClr val="526570"/>
                </a:solidFill>
                <a:latin typeface="Arial"/>
                <a:ea typeface="Arial"/>
                <a:cs typeface="Arial"/>
              </a:defRPr>
            </a:lvl4pPr>
            <a:lvl5pPr>
              <a:defRPr sz="1425" b="0">
                <a:solidFill>
                  <a:srgbClr val="526570"/>
                </a:solidFill>
                <a:latin typeface="Arial"/>
                <a:ea typeface="Arial"/>
                <a:cs typeface="Arial"/>
              </a:defRPr>
            </a:lvl5pPr>
            <a:lvl6pPr>
              <a:defRPr sz="1425" b="0">
                <a:solidFill>
                  <a:srgbClr val="526570"/>
                </a:solidFill>
                <a:latin typeface="Arial"/>
                <a:ea typeface="Arial"/>
                <a:cs typeface="Arial"/>
              </a:defRPr>
            </a:lvl6pPr>
            <a:lvl7pPr>
              <a:defRPr sz="1425" b="0">
                <a:solidFill>
                  <a:srgbClr val="526570"/>
                </a:solidFill>
                <a:latin typeface="Arial"/>
                <a:ea typeface="Arial"/>
                <a:cs typeface="Arial"/>
              </a:defRPr>
            </a:lvl7pPr>
            <a:lvl8pPr>
              <a:defRPr sz="1425" b="0">
                <a:solidFill>
                  <a:srgbClr val="526570"/>
                </a:solidFill>
                <a:latin typeface="Arial"/>
                <a:ea typeface="Arial"/>
                <a:cs typeface="Arial"/>
              </a:defRPr>
            </a:lvl8pPr>
            <a:lvl9pPr>
              <a:defRPr sz="1425" b="0">
                <a:solidFill>
                  <a:srgbClr val="526570"/>
                </a:solidFill>
                <a:latin typeface="Arial"/>
                <a:ea typeface="Arial"/>
                <a:cs typeface="Arial"/>
              </a:defRPr>
            </a:lvl9pPr>
          </a:lstStyle>
          <a:p xmlns:a="http://schemas.openxmlformats.org/drawingml/2006/main">
            <a:pPr>
              <a:defRPr sz="1425" b="0">
                <a:solidFill>
                  <a:srgbClr val="526570"/>
                </a:solidFill>
                <a:latin typeface="Arial"/>
                <a:ea typeface="Arial"/>
                <a:cs typeface="Arial"/>
              </a:defRPr>
            </a:pPr>
            <a:r>
              <a:rPr sz="1425" b="0">
                <a:solidFill>
                  <a:srgbClr val="526570"/>
                </a:solidFill>
                <a:latin typeface="Arial"/>
                <a:ea typeface="Arial"/>
                <a:cs typeface="Arial"/>
              </a:rPr>
              <a:t>Fertility in 2023 and population change from 1 Jan 2024 to 1 Jan 2050</a:t>
            </a:r>
          </a:p>
        </p:txBody>
      </p:sp>
      <p:sp>
        <p:nvSpPr>
          <p:cNvPr id="3" name="">
            <a:extLst xmlns:a="http://schemas.openxmlformats.org/drawingml/2006/main">
              <a:ext uri="{FF2B5EF4-FFF2-40B4-BE49-F238E27FC236}">
                <a16:creationId xmlns:a16="http://schemas.microsoft.com/office/drawing/2014/main" id="{3594C8EE-5676-485A-9B16-C0ECCCA085C1}"/>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FE5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821BCE-E63F-4A42-BF4A-374FC7D9A5B7}"/>
              </a:ext>
            </a:extLst>
          </p:cNvPr>
          <p:cNvSpPr>
            <a:spLocks xmlns:a="http://schemas.openxmlformats.org/drawingml/2006/main" noGrp="1"/>
          </p:cNvSpPr>
          <p:nvPr/>
        </p:nvSpPr>
        <p:spPr>
          <a:xfrm xmlns:a="http://schemas.openxmlformats.org/drawingml/2006/main">
            <a:off x="533400" y="65055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00" b="0">
                <a:solidFill>
                  <a:srgbClr val="526570"/>
                </a:solidFill>
                <a:latin typeface="Arial"/>
                <a:ea typeface="Arial"/>
                <a:cs typeface="Arial"/>
              </a:defRPr>
            </a:defPPr>
            <a:lvl1pPr>
              <a:defRPr sz="900" b="0">
                <a:solidFill>
                  <a:srgbClr val="526570"/>
                </a:solidFill>
                <a:latin typeface="Arial"/>
                <a:ea typeface="Arial"/>
                <a:cs typeface="Arial"/>
              </a:defRPr>
            </a:lvl1pPr>
            <a:lvl2pPr>
              <a:defRPr sz="900" b="0">
                <a:solidFill>
                  <a:srgbClr val="526570"/>
                </a:solidFill>
                <a:latin typeface="Arial"/>
                <a:ea typeface="Arial"/>
                <a:cs typeface="Arial"/>
              </a:defRPr>
            </a:lvl2pPr>
            <a:lvl3pPr>
              <a:defRPr sz="900" b="0">
                <a:solidFill>
                  <a:srgbClr val="526570"/>
                </a:solidFill>
                <a:latin typeface="Arial"/>
                <a:ea typeface="Arial"/>
                <a:cs typeface="Arial"/>
              </a:defRPr>
            </a:lvl3pPr>
            <a:lvl4pPr>
              <a:defRPr sz="900" b="0">
                <a:solidFill>
                  <a:srgbClr val="526570"/>
                </a:solidFill>
                <a:latin typeface="Arial"/>
                <a:ea typeface="Arial"/>
                <a:cs typeface="Arial"/>
              </a:defRPr>
            </a:lvl4pPr>
            <a:lvl5pPr>
              <a:defRPr sz="900" b="0">
                <a:solidFill>
                  <a:srgbClr val="526570"/>
                </a:solidFill>
                <a:latin typeface="Arial"/>
                <a:ea typeface="Arial"/>
                <a:cs typeface="Arial"/>
              </a:defRPr>
            </a:lvl5pPr>
            <a:lvl6pPr>
              <a:defRPr sz="900" b="0">
                <a:solidFill>
                  <a:srgbClr val="526570"/>
                </a:solidFill>
                <a:latin typeface="Arial"/>
                <a:ea typeface="Arial"/>
                <a:cs typeface="Arial"/>
              </a:defRPr>
            </a:lvl6pPr>
            <a:lvl7pPr>
              <a:defRPr sz="900" b="0">
                <a:solidFill>
                  <a:srgbClr val="526570"/>
                </a:solidFill>
                <a:latin typeface="Arial"/>
                <a:ea typeface="Arial"/>
                <a:cs typeface="Arial"/>
              </a:defRPr>
            </a:lvl7pPr>
            <a:lvl8pPr>
              <a:defRPr sz="900" b="0">
                <a:solidFill>
                  <a:srgbClr val="526570"/>
                </a:solidFill>
                <a:latin typeface="Arial"/>
                <a:ea typeface="Arial"/>
                <a:cs typeface="Arial"/>
              </a:defRPr>
            </a:lvl8pPr>
            <a:lvl9pPr>
              <a:defRPr sz="900" b="0">
                <a:solidFill>
                  <a:srgbClr val="526570"/>
                </a:solidFill>
                <a:latin typeface="Arial"/>
                <a:ea typeface="Arial"/>
                <a:cs typeface="Arial"/>
              </a:defRPr>
            </a:lvl9pPr>
          </a:lstStyle>
          <a:p xmlns:a="http://schemas.openxmlformats.org/drawingml/2006/main">
            <a:pPr>
              <a:defRPr sz="900" b="0">
                <a:solidFill>
                  <a:srgbClr val="526570"/>
                </a:solidFill>
                <a:latin typeface="Arial"/>
                <a:ea typeface="Arial"/>
                <a:cs typeface="Arial"/>
              </a:defRPr>
            </a:pPr>
            <a:r>
              <a:rPr sz="900" b="0">
                <a:solidFill>
                  <a:srgbClr val="526570"/>
                </a:solidFill>
                <a:latin typeface="Arial"/>
                <a:ea typeface="Arial"/>
                <a:cs typeface="Arial"/>
              </a:rPr>
              <a:t>UN World Population Prospects 2024. Estimates through 2023. Projections from 2024.</a:t>
            </a:r>
          </a:p>
        </p:txBody>
      </p:sp>
      <p:sp>
        <p:nvSpPr>
          <p:cNvPr id="5" name="">
            <a:extLst xmlns:a="http://schemas.openxmlformats.org/drawingml/2006/main">
              <a:ext uri="{FF2B5EF4-FFF2-40B4-BE49-F238E27FC236}">
                <a16:creationId xmlns:a16="http://schemas.microsoft.com/office/drawing/2014/main" id="{1F5660F0-D262-461B-A5A9-94337837B68A}"/>
              </a:ext>
            </a:extLst>
          </p:cNvPr>
          <p:cNvSpPr>
            <a:spLocks xmlns:a="http://schemas.openxmlformats.org/drawingml/2006/main" noGrp="1"/>
          </p:cNvSpPr>
          <p:nvPr/>
        </p:nvSpPr>
        <p:spPr>
          <a:xfrm xmlns:a="http://schemas.openxmlformats.org/drawingml/2006/main">
            <a:off x="11239500" y="64770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26570"/>
                </a:solidFill>
                <a:latin typeface="Arial"/>
                <a:ea typeface="Arial"/>
                <a:cs typeface="Arial"/>
              </a:defRPr>
            </a:defPPr>
            <a:lvl1pPr>
              <a:defRPr sz="1125" b="0">
                <a:solidFill>
                  <a:srgbClr val="526570"/>
                </a:solidFill>
                <a:latin typeface="Arial"/>
                <a:ea typeface="Arial"/>
                <a:cs typeface="Arial"/>
              </a:defRPr>
            </a:lvl1pPr>
            <a:lvl2pPr>
              <a:defRPr sz="1125" b="0">
                <a:solidFill>
                  <a:srgbClr val="526570"/>
                </a:solidFill>
                <a:latin typeface="Arial"/>
                <a:ea typeface="Arial"/>
                <a:cs typeface="Arial"/>
              </a:defRPr>
            </a:lvl2pPr>
            <a:lvl3pPr>
              <a:defRPr sz="1125" b="0">
                <a:solidFill>
                  <a:srgbClr val="526570"/>
                </a:solidFill>
                <a:latin typeface="Arial"/>
                <a:ea typeface="Arial"/>
                <a:cs typeface="Arial"/>
              </a:defRPr>
            </a:lvl3pPr>
            <a:lvl4pPr>
              <a:defRPr sz="1125" b="0">
                <a:solidFill>
                  <a:srgbClr val="526570"/>
                </a:solidFill>
                <a:latin typeface="Arial"/>
                <a:ea typeface="Arial"/>
                <a:cs typeface="Arial"/>
              </a:defRPr>
            </a:lvl4pPr>
            <a:lvl5pPr>
              <a:defRPr sz="1125" b="0">
                <a:solidFill>
                  <a:srgbClr val="526570"/>
                </a:solidFill>
                <a:latin typeface="Arial"/>
                <a:ea typeface="Arial"/>
                <a:cs typeface="Arial"/>
              </a:defRPr>
            </a:lvl5pPr>
            <a:lvl6pPr>
              <a:defRPr sz="1125" b="0">
                <a:solidFill>
                  <a:srgbClr val="526570"/>
                </a:solidFill>
                <a:latin typeface="Arial"/>
                <a:ea typeface="Arial"/>
                <a:cs typeface="Arial"/>
              </a:defRPr>
            </a:lvl6pPr>
            <a:lvl7pPr>
              <a:defRPr sz="1125" b="0">
                <a:solidFill>
                  <a:srgbClr val="526570"/>
                </a:solidFill>
                <a:latin typeface="Arial"/>
                <a:ea typeface="Arial"/>
                <a:cs typeface="Arial"/>
              </a:defRPr>
            </a:lvl7pPr>
            <a:lvl8pPr>
              <a:defRPr sz="1125" b="0">
                <a:solidFill>
                  <a:srgbClr val="526570"/>
                </a:solidFill>
                <a:latin typeface="Arial"/>
                <a:ea typeface="Arial"/>
                <a:cs typeface="Arial"/>
              </a:defRPr>
            </a:lvl8pPr>
            <a:lvl9pPr>
              <a:defRPr sz="1125" b="0">
                <a:solidFill>
                  <a:srgbClr val="526570"/>
                </a:solidFill>
                <a:latin typeface="Arial"/>
                <a:ea typeface="Arial"/>
                <a:cs typeface="Arial"/>
              </a:defRPr>
            </a:lvl9pPr>
          </a:lstStyle>
          <a:p xmlns:a="http://schemas.openxmlformats.org/drawingml/2006/main">
            <a:pPr>
              <a:defRPr sz="1125" b="0">
                <a:solidFill>
                  <a:srgbClr val="526570"/>
                </a:solidFill>
                <a:latin typeface="Arial"/>
                <a:ea typeface="Arial"/>
                <a:cs typeface="Arial"/>
              </a:defRPr>
            </a:pPr>
            <a:r>
              <a:rPr sz="1125" b="0">
                <a:solidFill>
                  <a:srgbClr val="526570"/>
                </a:solidFill>
                <a:latin typeface="Arial"/>
                <a:ea typeface="Arial"/>
                <a:cs typeface="Arial"/>
              </a:rPr>
              <a:t>1</a:t>
            </a:r>
          </a:p>
        </p:txBody>
      </p:sp>
      <p:graphicFrame>
        <p:nvGraphicFramePr>
          <p:cNvPr id="6" name="Chart">
            <a:extLst xmlns:a="http://schemas.openxmlformats.org/drawingml/2006/main">
              <a:ext uri="{FF2B5EF4-FFF2-40B4-BE49-F238E27FC236}">
                <a16:creationId xmlns:a16="http://schemas.microsoft.com/office/drawing/2014/main" id="{E071D59C-492F-4E66-8DE0-5B72B7775D6B}"/>
              </a:ext>
            </a:extLst>
          </p:cNvPr>
          <p:cNvGraphicFramePr/>
          <p:nvPr/>
        </p:nvGraphicFramePr>
        <p:xfrm>
          <a:off xmlns:a="http://schemas.openxmlformats.org/drawingml/2006/main" x="457200" y="1762125"/>
          <a:ext xmlns:a="http://schemas.openxmlformats.org/drawingml/2006/main" cx="7810500" cy="4238625"/>
        </p:xfrm>
        <a:graphic xmlns:a="http://schemas.openxmlformats.org/drawingml/2006/main">
          <a:graphicData uri="http://schemas.openxmlformats.org/drawingml/2006/chart">
            <c:chart xmlns:r="http://schemas.openxmlformats.org/officeDocument/2006/relationships" xmlns:c="http://schemas.openxmlformats.org/drawingml/2006/chart" r:id="Rfdb71c6c359a428c"/>
          </a:graphicData>
        </a:graphic>
      </p:graphicFrame>
      <p:sp>
        <p:nvSpPr>
          <p:cNvPr id="7" name="">
            <a:extLst xmlns:a="http://schemas.openxmlformats.org/drawingml/2006/main">
              <a:ext uri="{FF2B5EF4-FFF2-40B4-BE49-F238E27FC236}">
                <a16:creationId xmlns:a16="http://schemas.microsoft.com/office/drawing/2014/main" id="{DD295CE5-0A55-4B57-B1A6-DC5662A523A4}"/>
              </a:ext>
            </a:extLst>
          </p:cNvPr>
          <p:cNvSpPr>
            <a:spLocks xmlns:a="http://schemas.openxmlformats.org/drawingml/2006/main" noGrp="1"/>
          </p:cNvSpPr>
          <p:nvPr/>
        </p:nvSpPr>
        <p:spPr>
          <a:xfrm xmlns:a="http://schemas.openxmlformats.org/drawingml/2006/main">
            <a:off x="8839200" y="1952625"/>
            <a:ext cx="271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650" b="1">
                <a:solidFill>
                  <a:srgbClr val="1F7480"/>
                </a:solidFill>
                <a:latin typeface="Arial"/>
                <a:ea typeface="Arial"/>
                <a:cs typeface="Arial"/>
              </a:defRPr>
            </a:defPPr>
            <a:lvl1pPr>
              <a:defRPr sz="4650" b="1">
                <a:solidFill>
                  <a:srgbClr val="1F7480"/>
                </a:solidFill>
                <a:latin typeface="Arial"/>
                <a:ea typeface="Arial"/>
                <a:cs typeface="Arial"/>
              </a:defRPr>
            </a:lvl1pPr>
            <a:lvl2pPr>
              <a:defRPr sz="4650" b="1">
                <a:solidFill>
                  <a:srgbClr val="1F7480"/>
                </a:solidFill>
                <a:latin typeface="Arial"/>
                <a:ea typeface="Arial"/>
                <a:cs typeface="Arial"/>
              </a:defRPr>
            </a:lvl2pPr>
            <a:lvl3pPr>
              <a:defRPr sz="4650" b="1">
                <a:solidFill>
                  <a:srgbClr val="1F7480"/>
                </a:solidFill>
                <a:latin typeface="Arial"/>
                <a:ea typeface="Arial"/>
                <a:cs typeface="Arial"/>
              </a:defRPr>
            </a:lvl3pPr>
            <a:lvl4pPr>
              <a:defRPr sz="4650" b="1">
                <a:solidFill>
                  <a:srgbClr val="1F7480"/>
                </a:solidFill>
                <a:latin typeface="Arial"/>
                <a:ea typeface="Arial"/>
                <a:cs typeface="Arial"/>
              </a:defRPr>
            </a:lvl4pPr>
            <a:lvl5pPr>
              <a:defRPr sz="4650" b="1">
                <a:solidFill>
                  <a:srgbClr val="1F7480"/>
                </a:solidFill>
                <a:latin typeface="Arial"/>
                <a:ea typeface="Arial"/>
                <a:cs typeface="Arial"/>
              </a:defRPr>
            </a:lvl5pPr>
            <a:lvl6pPr>
              <a:defRPr sz="4650" b="1">
                <a:solidFill>
                  <a:srgbClr val="1F7480"/>
                </a:solidFill>
                <a:latin typeface="Arial"/>
                <a:ea typeface="Arial"/>
                <a:cs typeface="Arial"/>
              </a:defRPr>
            </a:lvl6pPr>
            <a:lvl7pPr>
              <a:defRPr sz="4650" b="1">
                <a:solidFill>
                  <a:srgbClr val="1F7480"/>
                </a:solidFill>
                <a:latin typeface="Arial"/>
                <a:ea typeface="Arial"/>
                <a:cs typeface="Arial"/>
              </a:defRPr>
            </a:lvl7pPr>
            <a:lvl8pPr>
              <a:defRPr sz="4650" b="1">
                <a:solidFill>
                  <a:srgbClr val="1F7480"/>
                </a:solidFill>
                <a:latin typeface="Arial"/>
                <a:ea typeface="Arial"/>
                <a:cs typeface="Arial"/>
              </a:defRPr>
            </a:lvl8pPr>
            <a:lvl9pPr>
              <a:defRPr sz="4650" b="1">
                <a:solidFill>
                  <a:srgbClr val="1F7480"/>
                </a:solidFill>
                <a:latin typeface="Arial"/>
                <a:ea typeface="Arial"/>
                <a:cs typeface="Arial"/>
              </a:defRPr>
            </a:lvl9pPr>
          </a:lstStyle>
          <a:p xmlns:a="http://schemas.openxmlformats.org/drawingml/2006/main">
            <a:pPr>
              <a:defRPr sz="4650" b="1">
                <a:solidFill>
                  <a:srgbClr val="1F7480"/>
                </a:solidFill>
                <a:latin typeface="Arial"/>
                <a:ea typeface="Arial"/>
                <a:cs typeface="Arial"/>
              </a:defRPr>
            </a:pPr>
            <a:r>
              <a:rPr sz="4650" b="1">
                <a:solidFill>
                  <a:srgbClr val="1F7480"/>
                </a:solidFill>
                <a:latin typeface="Arial"/>
                <a:ea typeface="Arial"/>
                <a:cs typeface="Arial"/>
              </a:rPr>
              <a:t>64 / 130</a:t>
            </a:r>
          </a:p>
        </p:txBody>
      </p:sp>
      <p:sp>
        <p:nvSpPr>
          <p:cNvPr id="8" name="">
            <a:extLst xmlns:a="http://schemas.openxmlformats.org/drawingml/2006/main">
              <a:ext uri="{FF2B5EF4-FFF2-40B4-BE49-F238E27FC236}">
                <a16:creationId xmlns:a16="http://schemas.microsoft.com/office/drawing/2014/main" id="{3E7CAABD-5FCE-4486-A038-87879DA7924C}"/>
              </a:ext>
            </a:extLst>
          </p:cNvPr>
          <p:cNvSpPr>
            <a:spLocks xmlns:a="http://schemas.openxmlformats.org/drawingml/2006/main" noGrp="1"/>
          </p:cNvSpPr>
          <p:nvPr/>
        </p:nvSpPr>
        <p:spPr>
          <a:xfrm xmlns:a="http://schemas.openxmlformats.org/drawingml/2006/main">
            <a:off x="8839200" y="2857500"/>
            <a:ext cx="2714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172C38"/>
                </a:solidFill>
                <a:latin typeface="Arial"/>
                <a:ea typeface="Arial"/>
                <a:cs typeface="Arial"/>
              </a:defRPr>
            </a:defPPr>
            <a:lvl1pPr>
              <a:defRPr sz="1725" b="0">
                <a:solidFill>
                  <a:srgbClr val="172C38"/>
                </a:solidFill>
                <a:latin typeface="Arial"/>
                <a:ea typeface="Arial"/>
                <a:cs typeface="Arial"/>
              </a:defRPr>
            </a:lvl1pPr>
            <a:lvl2pPr>
              <a:defRPr sz="1725" b="0">
                <a:solidFill>
                  <a:srgbClr val="172C38"/>
                </a:solidFill>
                <a:latin typeface="Arial"/>
                <a:ea typeface="Arial"/>
                <a:cs typeface="Arial"/>
              </a:defRPr>
            </a:lvl2pPr>
            <a:lvl3pPr>
              <a:defRPr sz="1725" b="0">
                <a:solidFill>
                  <a:srgbClr val="172C38"/>
                </a:solidFill>
                <a:latin typeface="Arial"/>
                <a:ea typeface="Arial"/>
                <a:cs typeface="Arial"/>
              </a:defRPr>
            </a:lvl3pPr>
            <a:lvl4pPr>
              <a:defRPr sz="1725" b="0">
                <a:solidFill>
                  <a:srgbClr val="172C38"/>
                </a:solidFill>
                <a:latin typeface="Arial"/>
                <a:ea typeface="Arial"/>
                <a:cs typeface="Arial"/>
              </a:defRPr>
            </a:lvl4pPr>
            <a:lvl5pPr>
              <a:defRPr sz="1725" b="0">
                <a:solidFill>
                  <a:srgbClr val="172C38"/>
                </a:solidFill>
                <a:latin typeface="Arial"/>
                <a:ea typeface="Arial"/>
                <a:cs typeface="Arial"/>
              </a:defRPr>
            </a:lvl5pPr>
            <a:lvl6pPr>
              <a:defRPr sz="1725" b="0">
                <a:solidFill>
                  <a:srgbClr val="172C38"/>
                </a:solidFill>
                <a:latin typeface="Arial"/>
                <a:ea typeface="Arial"/>
                <a:cs typeface="Arial"/>
              </a:defRPr>
            </a:lvl6pPr>
            <a:lvl7pPr>
              <a:defRPr sz="1725" b="0">
                <a:solidFill>
                  <a:srgbClr val="172C38"/>
                </a:solidFill>
                <a:latin typeface="Arial"/>
                <a:ea typeface="Arial"/>
                <a:cs typeface="Arial"/>
              </a:defRPr>
            </a:lvl7pPr>
            <a:lvl8pPr>
              <a:defRPr sz="1725" b="0">
                <a:solidFill>
                  <a:srgbClr val="172C38"/>
                </a:solidFill>
                <a:latin typeface="Arial"/>
                <a:ea typeface="Arial"/>
                <a:cs typeface="Arial"/>
              </a:defRPr>
            </a:lvl8pPr>
            <a:lvl9pPr>
              <a:defRPr sz="1725" b="0">
                <a:solidFill>
                  <a:srgbClr val="172C38"/>
                </a:solidFill>
                <a:latin typeface="Arial"/>
                <a:ea typeface="Arial"/>
                <a:cs typeface="Arial"/>
              </a:defRPr>
            </a:lvl9pPr>
          </a:lstStyle>
          <a:p xmlns:a="http://schemas.openxmlformats.org/drawingml/2006/main">
            <a:pPr>
              <a:defRPr sz="1725" b="0">
                <a:solidFill>
                  <a:srgbClr val="172C38"/>
                </a:solidFill>
                <a:latin typeface="Arial"/>
                <a:ea typeface="Arial"/>
                <a:cs typeface="Arial"/>
              </a:defRPr>
            </a:pPr>
            <a:r>
              <a:rPr sz="1725" b="0">
                <a:solidFill>
                  <a:srgbClr val="172C38"/>
                </a:solidFill>
                <a:latin typeface="Arial"/>
                <a:ea typeface="Arial"/>
                <a:cs typeface="Arial"/>
              </a:rPr>
              <a:t>low-fertility places grow</a:t>
            </a:r>
          </a:p>
          <a:p xmlns:a="http://schemas.openxmlformats.org/drawingml/2006/main">
            <a:pPr>
              <a:defRPr sz="1725" b="0">
                <a:solidFill>
                  <a:srgbClr val="172C38"/>
                </a:solidFill>
                <a:latin typeface="Arial"/>
                <a:ea typeface="Arial"/>
                <a:cs typeface="Arial"/>
              </a:defRPr>
            </a:pPr>
            <a:r>
              <a:rPr sz="1725" b="0">
                <a:solidFill>
                  <a:srgbClr val="172C38"/>
                </a:solidFill>
                <a:latin typeface="Arial"/>
                <a:ea typeface="Arial"/>
                <a:cs typeface="Arial"/>
              </a:rPr>
              <a:t>in the Medium projection</a:t>
            </a:r>
          </a:p>
        </p:txBody>
      </p:sp>
      <p:sp>
        <p:nvSpPr>
          <p:cNvPr id="9" name="">
            <a:extLst xmlns:a="http://schemas.openxmlformats.org/drawingml/2006/main">
              <a:ext uri="{FF2B5EF4-FFF2-40B4-BE49-F238E27FC236}">
                <a16:creationId xmlns:a16="http://schemas.microsoft.com/office/drawing/2014/main" id="{79E16FCD-8079-4014-96BF-00EA0360F643}"/>
              </a:ext>
            </a:extLst>
          </p:cNvPr>
          <p:cNvSpPr>
            <a:spLocks xmlns:a="http://schemas.openxmlformats.org/drawingml/2006/main" noGrp="1"/>
          </p:cNvSpPr>
          <p:nvPr/>
        </p:nvSpPr>
        <p:spPr>
          <a:xfrm xmlns:a="http://schemas.openxmlformats.org/drawingml/2006/main">
            <a:off x="8839200" y="38290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72C38"/>
                </a:solidFill>
                <a:latin typeface="Arial"/>
                <a:ea typeface="Arial"/>
                <a:cs typeface="Arial"/>
              </a:defRPr>
            </a:defPPr>
            <a:lvl1pPr>
              <a:defRPr sz="3600" b="1">
                <a:solidFill>
                  <a:srgbClr val="172C38"/>
                </a:solidFill>
                <a:latin typeface="Arial"/>
                <a:ea typeface="Arial"/>
                <a:cs typeface="Arial"/>
              </a:defRPr>
            </a:lvl1pPr>
            <a:lvl2pPr>
              <a:defRPr sz="3600" b="1">
                <a:solidFill>
                  <a:srgbClr val="172C38"/>
                </a:solidFill>
                <a:latin typeface="Arial"/>
                <a:ea typeface="Arial"/>
                <a:cs typeface="Arial"/>
              </a:defRPr>
            </a:lvl2pPr>
            <a:lvl3pPr>
              <a:defRPr sz="3600" b="1">
                <a:solidFill>
                  <a:srgbClr val="172C38"/>
                </a:solidFill>
                <a:latin typeface="Arial"/>
                <a:ea typeface="Arial"/>
                <a:cs typeface="Arial"/>
              </a:defRPr>
            </a:lvl3pPr>
            <a:lvl4pPr>
              <a:defRPr sz="3600" b="1">
                <a:solidFill>
                  <a:srgbClr val="172C38"/>
                </a:solidFill>
                <a:latin typeface="Arial"/>
                <a:ea typeface="Arial"/>
                <a:cs typeface="Arial"/>
              </a:defRPr>
            </a:lvl4pPr>
            <a:lvl5pPr>
              <a:defRPr sz="3600" b="1">
                <a:solidFill>
                  <a:srgbClr val="172C38"/>
                </a:solidFill>
                <a:latin typeface="Arial"/>
                <a:ea typeface="Arial"/>
                <a:cs typeface="Arial"/>
              </a:defRPr>
            </a:lvl5pPr>
            <a:lvl6pPr>
              <a:defRPr sz="3600" b="1">
                <a:solidFill>
                  <a:srgbClr val="172C38"/>
                </a:solidFill>
                <a:latin typeface="Arial"/>
                <a:ea typeface="Arial"/>
                <a:cs typeface="Arial"/>
              </a:defRPr>
            </a:lvl6pPr>
            <a:lvl7pPr>
              <a:defRPr sz="3600" b="1">
                <a:solidFill>
                  <a:srgbClr val="172C38"/>
                </a:solidFill>
                <a:latin typeface="Arial"/>
                <a:ea typeface="Arial"/>
                <a:cs typeface="Arial"/>
              </a:defRPr>
            </a:lvl7pPr>
            <a:lvl8pPr>
              <a:defRPr sz="3600" b="1">
                <a:solidFill>
                  <a:srgbClr val="172C38"/>
                </a:solidFill>
                <a:latin typeface="Arial"/>
                <a:ea typeface="Arial"/>
                <a:cs typeface="Arial"/>
              </a:defRPr>
            </a:lvl8pPr>
            <a:lvl9pPr>
              <a:defRPr sz="3600" b="1">
                <a:solidFill>
                  <a:srgbClr val="172C38"/>
                </a:solidFill>
                <a:latin typeface="Arial"/>
                <a:ea typeface="Arial"/>
                <a:cs typeface="Arial"/>
              </a:defRPr>
            </a:lvl9pPr>
          </a:lstStyle>
          <a:p xmlns:a="http://schemas.openxmlformats.org/drawingml/2006/main">
            <a:pPr>
              <a:defRPr sz="3600" b="1">
                <a:solidFill>
                  <a:srgbClr val="172C38"/>
                </a:solidFill>
                <a:latin typeface="Arial"/>
                <a:ea typeface="Arial"/>
                <a:cs typeface="Arial"/>
              </a:defRPr>
            </a:pPr>
            <a:r>
              <a:rPr sz="3600" b="1">
                <a:solidFill>
                  <a:srgbClr val="172C38"/>
                </a:solidFill>
                <a:latin typeface="Arial"/>
                <a:ea typeface="Arial"/>
                <a:cs typeface="Arial"/>
              </a:rPr>
              <a:t>58%</a:t>
            </a:r>
          </a:p>
        </p:txBody>
      </p:sp>
      <p:sp>
        <p:nvSpPr>
          <p:cNvPr id="10" name="">
            <a:extLst xmlns:a="http://schemas.openxmlformats.org/drawingml/2006/main">
              <a:ext uri="{FF2B5EF4-FFF2-40B4-BE49-F238E27FC236}">
                <a16:creationId xmlns:a16="http://schemas.microsoft.com/office/drawing/2014/main" id="{90D7CFDE-6D48-44C6-BF62-949DA20AD9E0}"/>
              </a:ext>
            </a:extLst>
          </p:cNvPr>
          <p:cNvSpPr>
            <a:spLocks xmlns:a="http://schemas.openxmlformats.org/drawingml/2006/main" noGrp="1"/>
          </p:cNvSpPr>
          <p:nvPr/>
        </p:nvSpPr>
        <p:spPr>
          <a:xfrm xmlns:a="http://schemas.openxmlformats.org/drawingml/2006/main">
            <a:off x="8839200" y="4543425"/>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26570"/>
                </a:solidFill>
                <a:latin typeface="Arial"/>
                <a:ea typeface="Arial"/>
                <a:cs typeface="Arial"/>
              </a:defRPr>
            </a:defPPr>
            <a:lvl1pPr>
              <a:defRPr sz="1500" b="0">
                <a:solidFill>
                  <a:srgbClr val="526570"/>
                </a:solidFill>
                <a:latin typeface="Arial"/>
                <a:ea typeface="Arial"/>
                <a:cs typeface="Arial"/>
              </a:defRPr>
            </a:lvl1pPr>
            <a:lvl2pPr>
              <a:defRPr sz="1500" b="0">
                <a:solidFill>
                  <a:srgbClr val="526570"/>
                </a:solidFill>
                <a:latin typeface="Arial"/>
                <a:ea typeface="Arial"/>
                <a:cs typeface="Arial"/>
              </a:defRPr>
            </a:lvl2pPr>
            <a:lvl3pPr>
              <a:defRPr sz="1500" b="0">
                <a:solidFill>
                  <a:srgbClr val="526570"/>
                </a:solidFill>
                <a:latin typeface="Arial"/>
                <a:ea typeface="Arial"/>
                <a:cs typeface="Arial"/>
              </a:defRPr>
            </a:lvl3pPr>
            <a:lvl4pPr>
              <a:defRPr sz="1500" b="0">
                <a:solidFill>
                  <a:srgbClr val="526570"/>
                </a:solidFill>
                <a:latin typeface="Arial"/>
                <a:ea typeface="Arial"/>
                <a:cs typeface="Arial"/>
              </a:defRPr>
            </a:lvl4pPr>
            <a:lvl5pPr>
              <a:defRPr sz="1500" b="0">
                <a:solidFill>
                  <a:srgbClr val="526570"/>
                </a:solidFill>
                <a:latin typeface="Arial"/>
                <a:ea typeface="Arial"/>
                <a:cs typeface="Arial"/>
              </a:defRPr>
            </a:lvl5pPr>
            <a:lvl6pPr>
              <a:defRPr sz="1500" b="0">
                <a:solidFill>
                  <a:srgbClr val="526570"/>
                </a:solidFill>
                <a:latin typeface="Arial"/>
                <a:ea typeface="Arial"/>
                <a:cs typeface="Arial"/>
              </a:defRPr>
            </a:lvl6pPr>
            <a:lvl7pPr>
              <a:defRPr sz="1500" b="0">
                <a:solidFill>
                  <a:srgbClr val="526570"/>
                </a:solidFill>
                <a:latin typeface="Arial"/>
                <a:ea typeface="Arial"/>
                <a:cs typeface="Arial"/>
              </a:defRPr>
            </a:lvl7pPr>
            <a:lvl8pPr>
              <a:defRPr sz="1500" b="0">
                <a:solidFill>
                  <a:srgbClr val="526570"/>
                </a:solidFill>
                <a:latin typeface="Arial"/>
                <a:ea typeface="Arial"/>
                <a:cs typeface="Arial"/>
              </a:defRPr>
            </a:lvl8pPr>
            <a:lvl9pPr>
              <a:defRPr sz="1500" b="0">
                <a:solidFill>
                  <a:srgbClr val="526570"/>
                </a:solidFill>
                <a:latin typeface="Arial"/>
                <a:ea typeface="Arial"/>
                <a:cs typeface="Arial"/>
              </a:defRPr>
            </a:lvl9pPr>
          </a:lstStyle>
          <a:p xmlns:a="http://schemas.openxmlformats.org/drawingml/2006/main">
            <a:pPr>
              <a:defRPr sz="1500" b="0">
                <a:solidFill>
                  <a:srgbClr val="526570"/>
                </a:solidFill>
                <a:latin typeface="Arial"/>
                <a:ea typeface="Arial"/>
                <a:cs typeface="Arial"/>
              </a:defRPr>
            </a:pPr>
            <a:r>
              <a:rPr sz="1500" b="0">
                <a:solidFill>
                  <a:srgbClr val="526570"/>
                </a:solidFill>
                <a:latin typeface="Arial"/>
                <a:ea typeface="Arial"/>
                <a:cs typeface="Arial"/>
              </a:rPr>
              <a:t>of the low-fertility group’s</a:t>
            </a:r>
          </a:p>
          <a:p xmlns:a="http://schemas.openxmlformats.org/drawingml/2006/main">
            <a:pPr>
              <a:defRPr sz="1500" b="0">
                <a:solidFill>
                  <a:srgbClr val="526570"/>
                </a:solidFill>
                <a:latin typeface="Arial"/>
                <a:ea typeface="Arial"/>
                <a:cs typeface="Arial"/>
              </a:defRPr>
            </a:pPr>
            <a:r>
              <a:rPr sz="1500" b="0">
                <a:solidFill>
                  <a:srgbClr val="526570"/>
                </a:solidFill>
                <a:latin typeface="Arial"/>
                <a:ea typeface="Arial"/>
                <a:cs typeface="Arial"/>
              </a:rPr>
              <a:t>2023 population lives there</a:t>
            </a:r>
          </a:p>
        </p:txBody>
      </p:sp>
      <p:sp>
        <p:nvSpPr>
          <p:cNvPr id="11" name="">
            <a:extLst xmlns:a="http://schemas.openxmlformats.org/drawingml/2006/main">
              <a:ext uri="{FF2B5EF4-FFF2-40B4-BE49-F238E27FC236}">
                <a16:creationId xmlns:a16="http://schemas.microsoft.com/office/drawing/2014/main" id="{DEFC05EB-FDF9-4229-9C6D-3ED5A1F3A834}"/>
              </a:ext>
            </a:extLst>
          </p:cNvPr>
          <p:cNvSpPr>
            <a:spLocks xmlns:a="http://schemas.openxmlformats.org/drawingml/2006/main" noGrp="1"/>
          </p:cNvSpPr>
          <p:nvPr/>
        </p:nvSpPr>
        <p:spPr>
          <a:xfrm xmlns:a="http://schemas.openxmlformats.org/drawingml/2006/main">
            <a:off x="8839200" y="555307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26570"/>
                </a:solidFill>
                <a:latin typeface="Arial"/>
                <a:ea typeface="Arial"/>
                <a:cs typeface="Arial"/>
              </a:defRPr>
            </a:defPPr>
            <a:lvl1pPr>
              <a:defRPr sz="1275" b="0">
                <a:solidFill>
                  <a:srgbClr val="526570"/>
                </a:solidFill>
                <a:latin typeface="Arial"/>
                <a:ea typeface="Arial"/>
                <a:cs typeface="Arial"/>
              </a:defRPr>
            </a:lvl1pPr>
            <a:lvl2pPr>
              <a:defRPr sz="1275" b="0">
                <a:solidFill>
                  <a:srgbClr val="526570"/>
                </a:solidFill>
                <a:latin typeface="Arial"/>
                <a:ea typeface="Arial"/>
                <a:cs typeface="Arial"/>
              </a:defRPr>
            </a:lvl2pPr>
            <a:lvl3pPr>
              <a:defRPr sz="1275" b="0">
                <a:solidFill>
                  <a:srgbClr val="526570"/>
                </a:solidFill>
                <a:latin typeface="Arial"/>
                <a:ea typeface="Arial"/>
                <a:cs typeface="Arial"/>
              </a:defRPr>
            </a:lvl3pPr>
            <a:lvl4pPr>
              <a:defRPr sz="1275" b="0">
                <a:solidFill>
                  <a:srgbClr val="526570"/>
                </a:solidFill>
                <a:latin typeface="Arial"/>
                <a:ea typeface="Arial"/>
                <a:cs typeface="Arial"/>
              </a:defRPr>
            </a:lvl4pPr>
            <a:lvl5pPr>
              <a:defRPr sz="1275" b="0">
                <a:solidFill>
                  <a:srgbClr val="526570"/>
                </a:solidFill>
                <a:latin typeface="Arial"/>
                <a:ea typeface="Arial"/>
                <a:cs typeface="Arial"/>
              </a:defRPr>
            </a:lvl5pPr>
            <a:lvl6pPr>
              <a:defRPr sz="1275" b="0">
                <a:solidFill>
                  <a:srgbClr val="526570"/>
                </a:solidFill>
                <a:latin typeface="Arial"/>
                <a:ea typeface="Arial"/>
                <a:cs typeface="Arial"/>
              </a:defRPr>
            </a:lvl6pPr>
            <a:lvl7pPr>
              <a:defRPr sz="1275" b="0">
                <a:solidFill>
                  <a:srgbClr val="526570"/>
                </a:solidFill>
                <a:latin typeface="Arial"/>
                <a:ea typeface="Arial"/>
                <a:cs typeface="Arial"/>
              </a:defRPr>
            </a:lvl7pPr>
            <a:lvl8pPr>
              <a:defRPr sz="1275" b="0">
                <a:solidFill>
                  <a:srgbClr val="526570"/>
                </a:solidFill>
                <a:latin typeface="Arial"/>
                <a:ea typeface="Arial"/>
                <a:cs typeface="Arial"/>
              </a:defRPr>
            </a:lvl8pPr>
            <a:lvl9pPr>
              <a:defRPr sz="1275" b="0">
                <a:solidFill>
                  <a:srgbClr val="526570"/>
                </a:solidFill>
                <a:latin typeface="Arial"/>
                <a:ea typeface="Arial"/>
                <a:cs typeface="Arial"/>
              </a:defRPr>
            </a:lvl9pPr>
          </a:lstStyle>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2.1 is an approximate threshold.</a:t>
            </a:r>
          </a:p>
          <a:p xmlns:a="http://schemas.openxmlformats.org/drawingml/2006/main">
            <a:pPr>
              <a:defRPr sz="1275" b="0">
                <a:solidFill>
                  <a:srgbClr val="526570"/>
                </a:solidFill>
                <a:latin typeface="Arial"/>
                <a:ea typeface="Arial"/>
                <a:cs typeface="Arial"/>
              </a:defRPr>
            </a:pPr>
            <a:r>
              <a:rPr sz="1275" b="0">
                <a:solidFill>
                  <a:srgbClr val="526570"/>
                </a:solidFill>
                <a:latin typeface="Arial"/>
                <a:ea typeface="Arial"/>
                <a:cs typeface="Arial"/>
              </a:rPr>
              <a:t>One point = one country or area.</a:t>
            </a:r>
          </a:p>
        </p:txBody>
      </p:sp>
    </p:spTree>
    <p:extLst>
      <p:ext uri="{BB962C8B-B14F-4D97-AF65-F5344CB8AC3E}">
        <p14:creationId xmlns:p14="http://schemas.microsoft.com/office/powerpoint/2010/main" val="2125851016"/>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B33244-6C6D-4E6A-8CCA-81106F17EC5E}"/>
              </a:ext>
            </a:extLst>
          </p:cNvPr>
          <p:cNvSpPr>
            <a:spLocks xmlns:a="http://schemas.openxmlformats.org/drawingml/2006/main" noGrp="1"/>
          </p:cNvSpPr>
          <p:nvPr/>
        </p:nvSpPr>
        <p:spPr>
          <a:xfrm xmlns:a="http://schemas.openxmlformats.org/drawingml/2006/main">
            <a:off x="533400" y="4000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00" b="1">
                <a:solidFill>
                  <a:srgbClr val="172C38"/>
                </a:solidFill>
                <a:latin typeface="Arial"/>
                <a:ea typeface="Arial"/>
                <a:cs typeface="Arial"/>
              </a:defRPr>
            </a:defPPr>
            <a:lvl1pPr>
              <a:defRPr sz="2700" b="1">
                <a:solidFill>
                  <a:srgbClr val="172C38"/>
                </a:solidFill>
                <a:latin typeface="Arial"/>
                <a:ea typeface="Arial"/>
                <a:cs typeface="Arial"/>
              </a:defRPr>
            </a:lvl1pPr>
            <a:lvl2pPr>
              <a:defRPr sz="2700" b="1">
                <a:solidFill>
                  <a:srgbClr val="172C38"/>
                </a:solidFill>
                <a:latin typeface="Arial"/>
                <a:ea typeface="Arial"/>
                <a:cs typeface="Arial"/>
              </a:defRPr>
            </a:lvl2pPr>
            <a:lvl3pPr>
              <a:defRPr sz="2700" b="1">
                <a:solidFill>
                  <a:srgbClr val="172C38"/>
                </a:solidFill>
                <a:latin typeface="Arial"/>
                <a:ea typeface="Arial"/>
                <a:cs typeface="Arial"/>
              </a:defRPr>
            </a:lvl3pPr>
            <a:lvl4pPr>
              <a:defRPr sz="2700" b="1">
                <a:solidFill>
                  <a:srgbClr val="172C38"/>
                </a:solidFill>
                <a:latin typeface="Arial"/>
                <a:ea typeface="Arial"/>
                <a:cs typeface="Arial"/>
              </a:defRPr>
            </a:lvl4pPr>
            <a:lvl5pPr>
              <a:defRPr sz="2700" b="1">
                <a:solidFill>
                  <a:srgbClr val="172C38"/>
                </a:solidFill>
                <a:latin typeface="Arial"/>
                <a:ea typeface="Arial"/>
                <a:cs typeface="Arial"/>
              </a:defRPr>
            </a:lvl5pPr>
            <a:lvl6pPr>
              <a:defRPr sz="2700" b="1">
                <a:solidFill>
                  <a:srgbClr val="172C38"/>
                </a:solidFill>
                <a:latin typeface="Arial"/>
                <a:ea typeface="Arial"/>
                <a:cs typeface="Arial"/>
              </a:defRPr>
            </a:lvl6pPr>
            <a:lvl7pPr>
              <a:defRPr sz="2700" b="1">
                <a:solidFill>
                  <a:srgbClr val="172C38"/>
                </a:solidFill>
                <a:latin typeface="Arial"/>
                <a:ea typeface="Arial"/>
                <a:cs typeface="Arial"/>
              </a:defRPr>
            </a:lvl7pPr>
            <a:lvl8pPr>
              <a:defRPr sz="2700" b="1">
                <a:solidFill>
                  <a:srgbClr val="172C38"/>
                </a:solidFill>
                <a:latin typeface="Arial"/>
                <a:ea typeface="Arial"/>
                <a:cs typeface="Arial"/>
              </a:defRPr>
            </a:lvl8pPr>
            <a:lvl9pPr>
              <a:defRPr sz="2700" b="1">
                <a:solidFill>
                  <a:srgbClr val="172C38"/>
                </a:solidFill>
                <a:latin typeface="Arial"/>
                <a:ea typeface="Arial"/>
                <a:cs typeface="Arial"/>
              </a:defRPr>
            </a:lvl9pPr>
          </a:lstStyle>
          <a:p xmlns:a="http://schemas.openxmlformats.org/drawingml/2006/main">
            <a:pPr>
              <a:defRPr sz="2700" b="1">
                <a:solidFill>
                  <a:srgbClr val="172C38"/>
                </a:solidFill>
                <a:latin typeface="Arial"/>
                <a:ea typeface="Arial"/>
                <a:cs typeface="Arial"/>
              </a:defRPr>
            </a:pPr>
            <a:r>
              <a:rPr sz="2700" b="1">
                <a:solidFill>
                  <a:srgbClr val="172C38"/>
                </a:solidFill>
                <a:latin typeface="Arial"/>
                <a:ea typeface="Arial"/>
                <a:cs typeface="Arial"/>
              </a:rPr>
              <a:t>Scenario contrasts separate four contributions</a:t>
            </a:r>
          </a:p>
        </p:txBody>
      </p:sp>
      <p:sp>
        <p:nvSpPr>
          <p:cNvPr id="2" name="">
            <a:extLst xmlns:a="http://schemas.openxmlformats.org/drawingml/2006/main">
              <a:ext uri="{FF2B5EF4-FFF2-40B4-BE49-F238E27FC236}">
                <a16:creationId xmlns:a16="http://schemas.microsoft.com/office/drawing/2014/main" id="{DC303E99-8A69-463F-825C-3D8AC5C8358A}"/>
              </a:ext>
            </a:extLst>
          </p:cNvPr>
          <p:cNvSpPr>
            <a:spLocks xmlns:a="http://schemas.openxmlformats.org/drawingml/2006/main" noGrp="1"/>
          </p:cNvSpPr>
          <p:nvPr/>
        </p:nvSpPr>
        <p:spPr>
          <a:xfrm xmlns:a="http://schemas.openxmlformats.org/drawingml/2006/main">
            <a:off x="533400" y="11430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26570"/>
                </a:solidFill>
                <a:latin typeface="Arial"/>
                <a:ea typeface="Arial"/>
                <a:cs typeface="Arial"/>
              </a:defRPr>
            </a:defPPr>
            <a:lvl1pPr>
              <a:defRPr sz="1425" b="0">
                <a:solidFill>
                  <a:srgbClr val="526570"/>
                </a:solidFill>
                <a:latin typeface="Arial"/>
                <a:ea typeface="Arial"/>
                <a:cs typeface="Arial"/>
              </a:defRPr>
            </a:lvl1pPr>
            <a:lvl2pPr>
              <a:defRPr sz="1425" b="0">
                <a:solidFill>
                  <a:srgbClr val="526570"/>
                </a:solidFill>
                <a:latin typeface="Arial"/>
                <a:ea typeface="Arial"/>
                <a:cs typeface="Arial"/>
              </a:defRPr>
            </a:lvl2pPr>
            <a:lvl3pPr>
              <a:defRPr sz="1425" b="0">
                <a:solidFill>
                  <a:srgbClr val="526570"/>
                </a:solidFill>
                <a:latin typeface="Arial"/>
                <a:ea typeface="Arial"/>
                <a:cs typeface="Arial"/>
              </a:defRPr>
            </a:lvl3pPr>
            <a:lvl4pPr>
              <a:defRPr sz="1425" b="0">
                <a:solidFill>
                  <a:srgbClr val="526570"/>
                </a:solidFill>
                <a:latin typeface="Arial"/>
                <a:ea typeface="Arial"/>
                <a:cs typeface="Arial"/>
              </a:defRPr>
            </a:lvl4pPr>
            <a:lvl5pPr>
              <a:defRPr sz="1425" b="0">
                <a:solidFill>
                  <a:srgbClr val="526570"/>
                </a:solidFill>
                <a:latin typeface="Arial"/>
                <a:ea typeface="Arial"/>
                <a:cs typeface="Arial"/>
              </a:defRPr>
            </a:lvl5pPr>
            <a:lvl6pPr>
              <a:defRPr sz="1425" b="0">
                <a:solidFill>
                  <a:srgbClr val="526570"/>
                </a:solidFill>
                <a:latin typeface="Arial"/>
                <a:ea typeface="Arial"/>
                <a:cs typeface="Arial"/>
              </a:defRPr>
            </a:lvl6pPr>
            <a:lvl7pPr>
              <a:defRPr sz="1425" b="0">
                <a:solidFill>
                  <a:srgbClr val="526570"/>
                </a:solidFill>
                <a:latin typeface="Arial"/>
                <a:ea typeface="Arial"/>
                <a:cs typeface="Arial"/>
              </a:defRPr>
            </a:lvl7pPr>
            <a:lvl8pPr>
              <a:defRPr sz="1425" b="0">
                <a:solidFill>
                  <a:srgbClr val="526570"/>
                </a:solidFill>
                <a:latin typeface="Arial"/>
                <a:ea typeface="Arial"/>
                <a:cs typeface="Arial"/>
              </a:defRPr>
            </a:lvl8pPr>
            <a:lvl9pPr>
              <a:defRPr sz="1425" b="0">
                <a:solidFill>
                  <a:srgbClr val="526570"/>
                </a:solidFill>
                <a:latin typeface="Arial"/>
                <a:ea typeface="Arial"/>
                <a:cs typeface="Arial"/>
              </a:defRPr>
            </a:lvl9pPr>
          </a:lstStyle>
          <a:p xmlns:a="http://schemas.openxmlformats.org/drawingml/2006/main">
            <a:pPr>
              <a:defRPr sz="1425" b="0">
                <a:solidFill>
                  <a:srgbClr val="526570"/>
                </a:solidFill>
                <a:latin typeface="Arial"/>
                <a:ea typeface="Arial"/>
                <a:cs typeface="Arial"/>
              </a:defRPr>
            </a:pPr>
            <a:r>
              <a:rPr sz="1425" b="0">
                <a:solidFill>
                  <a:srgbClr val="526570"/>
                </a:solidFill>
                <a:latin typeface="Arial"/>
                <a:ea typeface="Arial"/>
                <a:cs typeface="Arial"/>
              </a:rPr>
              <a:t>Change to 1 Jan 2050, expressed as a percentage of the 1 Jan 2024 population</a:t>
            </a:r>
          </a:p>
        </p:txBody>
      </p:sp>
      <p:sp>
        <p:nvSpPr>
          <p:cNvPr id="3" name="">
            <a:extLst xmlns:a="http://schemas.openxmlformats.org/drawingml/2006/main">
              <a:ext uri="{FF2B5EF4-FFF2-40B4-BE49-F238E27FC236}">
                <a16:creationId xmlns:a16="http://schemas.microsoft.com/office/drawing/2014/main" id="{B2525A99-C3B6-427B-B9DE-BFC9FAE44C1D}"/>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FE5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BE5687-7AA5-4D2F-93F4-0B08854C0A3F}"/>
              </a:ext>
            </a:extLst>
          </p:cNvPr>
          <p:cNvSpPr>
            <a:spLocks xmlns:a="http://schemas.openxmlformats.org/drawingml/2006/main" noGrp="1"/>
          </p:cNvSpPr>
          <p:nvPr/>
        </p:nvSpPr>
        <p:spPr>
          <a:xfrm xmlns:a="http://schemas.openxmlformats.org/drawingml/2006/main">
            <a:off x="533400" y="65055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00" b="0">
                <a:solidFill>
                  <a:srgbClr val="526570"/>
                </a:solidFill>
                <a:latin typeface="Arial"/>
                <a:ea typeface="Arial"/>
                <a:cs typeface="Arial"/>
              </a:defRPr>
            </a:defPPr>
            <a:lvl1pPr>
              <a:defRPr sz="900" b="0">
                <a:solidFill>
                  <a:srgbClr val="526570"/>
                </a:solidFill>
                <a:latin typeface="Arial"/>
                <a:ea typeface="Arial"/>
                <a:cs typeface="Arial"/>
              </a:defRPr>
            </a:lvl1pPr>
            <a:lvl2pPr>
              <a:defRPr sz="900" b="0">
                <a:solidFill>
                  <a:srgbClr val="526570"/>
                </a:solidFill>
                <a:latin typeface="Arial"/>
                <a:ea typeface="Arial"/>
                <a:cs typeface="Arial"/>
              </a:defRPr>
            </a:lvl2pPr>
            <a:lvl3pPr>
              <a:defRPr sz="900" b="0">
                <a:solidFill>
                  <a:srgbClr val="526570"/>
                </a:solidFill>
                <a:latin typeface="Arial"/>
                <a:ea typeface="Arial"/>
                <a:cs typeface="Arial"/>
              </a:defRPr>
            </a:lvl3pPr>
            <a:lvl4pPr>
              <a:defRPr sz="900" b="0">
                <a:solidFill>
                  <a:srgbClr val="526570"/>
                </a:solidFill>
                <a:latin typeface="Arial"/>
                <a:ea typeface="Arial"/>
                <a:cs typeface="Arial"/>
              </a:defRPr>
            </a:lvl4pPr>
            <a:lvl5pPr>
              <a:defRPr sz="900" b="0">
                <a:solidFill>
                  <a:srgbClr val="526570"/>
                </a:solidFill>
                <a:latin typeface="Arial"/>
                <a:ea typeface="Arial"/>
                <a:cs typeface="Arial"/>
              </a:defRPr>
            </a:lvl5pPr>
            <a:lvl6pPr>
              <a:defRPr sz="900" b="0">
                <a:solidFill>
                  <a:srgbClr val="526570"/>
                </a:solidFill>
                <a:latin typeface="Arial"/>
                <a:ea typeface="Arial"/>
                <a:cs typeface="Arial"/>
              </a:defRPr>
            </a:lvl6pPr>
            <a:lvl7pPr>
              <a:defRPr sz="900" b="0">
                <a:solidFill>
                  <a:srgbClr val="526570"/>
                </a:solidFill>
                <a:latin typeface="Arial"/>
                <a:ea typeface="Arial"/>
                <a:cs typeface="Arial"/>
              </a:defRPr>
            </a:lvl7pPr>
            <a:lvl8pPr>
              <a:defRPr sz="900" b="0">
                <a:solidFill>
                  <a:srgbClr val="526570"/>
                </a:solidFill>
                <a:latin typeface="Arial"/>
                <a:ea typeface="Arial"/>
                <a:cs typeface="Arial"/>
              </a:defRPr>
            </a:lvl8pPr>
            <a:lvl9pPr>
              <a:defRPr sz="900" b="0">
                <a:solidFill>
                  <a:srgbClr val="526570"/>
                </a:solidFill>
                <a:latin typeface="Arial"/>
                <a:ea typeface="Arial"/>
                <a:cs typeface="Arial"/>
              </a:defRPr>
            </a:lvl9pPr>
          </a:lstStyle>
          <a:p xmlns:a="http://schemas.openxmlformats.org/drawingml/2006/main">
            <a:pPr>
              <a:defRPr sz="900" b="0">
                <a:solidFill>
                  <a:srgbClr val="526570"/>
                </a:solidFill>
                <a:latin typeface="Arial"/>
                <a:ea typeface="Arial"/>
                <a:cs typeface="Arial"/>
              </a:defRPr>
            </a:pPr>
            <a:r>
              <a:rPr sz="900" b="0">
                <a:solidFill>
                  <a:srgbClr val="526570"/>
                </a:solidFill>
                <a:latin typeface="Arial"/>
                <a:ea typeface="Arial"/>
                <a:cs typeface="Arial"/>
              </a:rPr>
              <a:t>UN World Population Prospects 2024. Estimates through 2023. Projections from 2024.</a:t>
            </a:r>
          </a:p>
        </p:txBody>
      </p:sp>
      <p:sp>
        <p:nvSpPr>
          <p:cNvPr id="5" name="">
            <a:extLst xmlns:a="http://schemas.openxmlformats.org/drawingml/2006/main">
              <a:ext uri="{FF2B5EF4-FFF2-40B4-BE49-F238E27FC236}">
                <a16:creationId xmlns:a16="http://schemas.microsoft.com/office/drawing/2014/main" id="{6B913630-5B2F-461E-B14C-517BC7EE4AFF}"/>
              </a:ext>
            </a:extLst>
          </p:cNvPr>
          <p:cNvSpPr>
            <a:spLocks xmlns:a="http://schemas.openxmlformats.org/drawingml/2006/main" noGrp="1"/>
          </p:cNvSpPr>
          <p:nvPr/>
        </p:nvSpPr>
        <p:spPr>
          <a:xfrm xmlns:a="http://schemas.openxmlformats.org/drawingml/2006/main">
            <a:off x="11239500" y="64770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26570"/>
                </a:solidFill>
                <a:latin typeface="Arial"/>
                <a:ea typeface="Arial"/>
                <a:cs typeface="Arial"/>
              </a:defRPr>
            </a:defPPr>
            <a:lvl1pPr>
              <a:defRPr sz="1125" b="0">
                <a:solidFill>
                  <a:srgbClr val="526570"/>
                </a:solidFill>
                <a:latin typeface="Arial"/>
                <a:ea typeface="Arial"/>
                <a:cs typeface="Arial"/>
              </a:defRPr>
            </a:lvl1pPr>
            <a:lvl2pPr>
              <a:defRPr sz="1125" b="0">
                <a:solidFill>
                  <a:srgbClr val="526570"/>
                </a:solidFill>
                <a:latin typeface="Arial"/>
                <a:ea typeface="Arial"/>
                <a:cs typeface="Arial"/>
              </a:defRPr>
            </a:lvl2pPr>
            <a:lvl3pPr>
              <a:defRPr sz="1125" b="0">
                <a:solidFill>
                  <a:srgbClr val="526570"/>
                </a:solidFill>
                <a:latin typeface="Arial"/>
                <a:ea typeface="Arial"/>
                <a:cs typeface="Arial"/>
              </a:defRPr>
            </a:lvl3pPr>
            <a:lvl4pPr>
              <a:defRPr sz="1125" b="0">
                <a:solidFill>
                  <a:srgbClr val="526570"/>
                </a:solidFill>
                <a:latin typeface="Arial"/>
                <a:ea typeface="Arial"/>
                <a:cs typeface="Arial"/>
              </a:defRPr>
            </a:lvl4pPr>
            <a:lvl5pPr>
              <a:defRPr sz="1125" b="0">
                <a:solidFill>
                  <a:srgbClr val="526570"/>
                </a:solidFill>
                <a:latin typeface="Arial"/>
                <a:ea typeface="Arial"/>
                <a:cs typeface="Arial"/>
              </a:defRPr>
            </a:lvl5pPr>
            <a:lvl6pPr>
              <a:defRPr sz="1125" b="0">
                <a:solidFill>
                  <a:srgbClr val="526570"/>
                </a:solidFill>
                <a:latin typeface="Arial"/>
                <a:ea typeface="Arial"/>
                <a:cs typeface="Arial"/>
              </a:defRPr>
            </a:lvl6pPr>
            <a:lvl7pPr>
              <a:defRPr sz="1125" b="0">
                <a:solidFill>
                  <a:srgbClr val="526570"/>
                </a:solidFill>
                <a:latin typeface="Arial"/>
                <a:ea typeface="Arial"/>
                <a:cs typeface="Arial"/>
              </a:defRPr>
            </a:lvl7pPr>
            <a:lvl8pPr>
              <a:defRPr sz="1125" b="0">
                <a:solidFill>
                  <a:srgbClr val="526570"/>
                </a:solidFill>
                <a:latin typeface="Arial"/>
                <a:ea typeface="Arial"/>
                <a:cs typeface="Arial"/>
              </a:defRPr>
            </a:lvl8pPr>
            <a:lvl9pPr>
              <a:defRPr sz="1125" b="0">
                <a:solidFill>
                  <a:srgbClr val="526570"/>
                </a:solidFill>
                <a:latin typeface="Arial"/>
                <a:ea typeface="Arial"/>
                <a:cs typeface="Arial"/>
              </a:defRPr>
            </a:lvl9pPr>
          </a:lstStyle>
          <a:p xmlns:a="http://schemas.openxmlformats.org/drawingml/2006/main">
            <a:pPr>
              <a:defRPr sz="1125" b="0">
                <a:solidFill>
                  <a:srgbClr val="526570"/>
                </a:solidFill>
                <a:latin typeface="Arial"/>
                <a:ea typeface="Arial"/>
                <a:cs typeface="Arial"/>
              </a:defRPr>
            </a:pPr>
            <a:r>
              <a:rPr sz="1125" b="0">
                <a:solidFill>
                  <a:srgbClr val="526570"/>
                </a:solidFill>
                <a:latin typeface="Arial"/>
                <a:ea typeface="Arial"/>
                <a:cs typeface="Arial"/>
              </a:rPr>
              <a:t>2</a:t>
            </a:r>
          </a:p>
        </p:txBody>
      </p:sp>
      <p:graphicFrame>
        <p:nvGraphicFramePr>
          <p:cNvPr id="6" name="Chart">
            <a:extLst xmlns:a="http://schemas.openxmlformats.org/drawingml/2006/main">
              <a:ext uri="{FF2B5EF4-FFF2-40B4-BE49-F238E27FC236}">
                <a16:creationId xmlns:a16="http://schemas.microsoft.com/office/drawing/2014/main" id="{88930E54-FE97-422D-9E4D-AF8543193916}"/>
              </a:ext>
            </a:extLst>
          </p:cNvPr>
          <p:cNvGraphicFramePr/>
          <p:nvPr/>
        </p:nvGraphicFramePr>
        <p:xfrm>
          <a:off xmlns:a="http://schemas.openxmlformats.org/drawingml/2006/main" x="476250" y="1714500"/>
          <a:ext xmlns:a="http://schemas.openxmlformats.org/drawingml/2006/main" cx="7858125" cy="3810000"/>
        </p:xfrm>
        <a:graphic xmlns:a="http://schemas.openxmlformats.org/drawingml/2006/main">
          <a:graphicData uri="http://schemas.openxmlformats.org/drawingml/2006/chart">
            <c:chart xmlns:r="http://schemas.openxmlformats.org/officeDocument/2006/relationships" xmlns:c="http://schemas.openxmlformats.org/drawingml/2006/chart" r:id="Rf5f5ef6f44b942fd"/>
          </a:graphicData>
        </a:graphic>
      </p:graphicFrame>
      <p:sp>
        <p:nvSpPr>
          <p:cNvPr id="7" name="">
            <a:extLst xmlns:a="http://schemas.openxmlformats.org/drawingml/2006/main">
              <a:ext uri="{FF2B5EF4-FFF2-40B4-BE49-F238E27FC236}">
                <a16:creationId xmlns:a16="http://schemas.microsoft.com/office/drawing/2014/main" id="{9483C886-7171-4E4D-AC5D-39F762DF5288}"/>
              </a:ext>
            </a:extLst>
          </p:cNvPr>
          <p:cNvSpPr>
            <a:spLocks xmlns:a="http://schemas.openxmlformats.org/drawingml/2006/main" noGrp="1"/>
          </p:cNvSpPr>
          <p:nvPr/>
        </p:nvSpPr>
        <p:spPr>
          <a:xfrm xmlns:a="http://schemas.openxmlformats.org/drawingml/2006/main">
            <a:off x="8743950" y="17621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72C38"/>
                </a:solidFill>
                <a:latin typeface="Arial"/>
                <a:ea typeface="Arial"/>
                <a:cs typeface="Arial"/>
              </a:defRPr>
            </a:defPPr>
            <a:lvl1pPr>
              <a:defRPr sz="1800" b="1">
                <a:solidFill>
                  <a:srgbClr val="172C38"/>
                </a:solidFill>
                <a:latin typeface="Arial"/>
                <a:ea typeface="Arial"/>
                <a:cs typeface="Arial"/>
              </a:defRPr>
            </a:lvl1pPr>
            <a:lvl2pPr>
              <a:defRPr sz="1800" b="1">
                <a:solidFill>
                  <a:srgbClr val="172C38"/>
                </a:solidFill>
                <a:latin typeface="Arial"/>
                <a:ea typeface="Arial"/>
                <a:cs typeface="Arial"/>
              </a:defRPr>
            </a:lvl2pPr>
            <a:lvl3pPr>
              <a:defRPr sz="1800" b="1">
                <a:solidFill>
                  <a:srgbClr val="172C38"/>
                </a:solidFill>
                <a:latin typeface="Arial"/>
                <a:ea typeface="Arial"/>
                <a:cs typeface="Arial"/>
              </a:defRPr>
            </a:lvl3pPr>
            <a:lvl4pPr>
              <a:defRPr sz="1800" b="1">
                <a:solidFill>
                  <a:srgbClr val="172C38"/>
                </a:solidFill>
                <a:latin typeface="Arial"/>
                <a:ea typeface="Arial"/>
                <a:cs typeface="Arial"/>
              </a:defRPr>
            </a:lvl4pPr>
            <a:lvl5pPr>
              <a:defRPr sz="1800" b="1">
                <a:solidFill>
                  <a:srgbClr val="172C38"/>
                </a:solidFill>
                <a:latin typeface="Arial"/>
                <a:ea typeface="Arial"/>
                <a:cs typeface="Arial"/>
              </a:defRPr>
            </a:lvl5pPr>
            <a:lvl6pPr>
              <a:defRPr sz="1800" b="1">
                <a:solidFill>
                  <a:srgbClr val="172C38"/>
                </a:solidFill>
                <a:latin typeface="Arial"/>
                <a:ea typeface="Arial"/>
                <a:cs typeface="Arial"/>
              </a:defRPr>
            </a:lvl6pPr>
            <a:lvl7pPr>
              <a:defRPr sz="1800" b="1">
                <a:solidFill>
                  <a:srgbClr val="172C38"/>
                </a:solidFill>
                <a:latin typeface="Arial"/>
                <a:ea typeface="Arial"/>
                <a:cs typeface="Arial"/>
              </a:defRPr>
            </a:lvl7pPr>
            <a:lvl8pPr>
              <a:defRPr sz="1800" b="1">
                <a:solidFill>
                  <a:srgbClr val="172C38"/>
                </a:solidFill>
                <a:latin typeface="Arial"/>
                <a:ea typeface="Arial"/>
                <a:cs typeface="Arial"/>
              </a:defRPr>
            </a:lvl8pPr>
            <a:lvl9pPr>
              <a:defRPr sz="1800" b="1">
                <a:solidFill>
                  <a:srgbClr val="172C38"/>
                </a:solidFill>
                <a:latin typeface="Arial"/>
                <a:ea typeface="Arial"/>
                <a:cs typeface="Arial"/>
              </a:defRPr>
            </a:lvl9pPr>
          </a:lstStyle>
          <a:p xmlns:a="http://schemas.openxmlformats.org/drawingml/2006/main">
            <a:pPr>
              <a:defRPr sz="1800" b="1">
                <a:solidFill>
                  <a:srgbClr val="172C38"/>
                </a:solidFill>
                <a:latin typeface="Arial"/>
                <a:ea typeface="Arial"/>
                <a:cs typeface="Arial"/>
              </a:defRPr>
            </a:pPr>
            <a:r>
              <a:rPr sz="1800" b="1">
                <a:solidFill>
                  <a:srgbClr val="172C38"/>
                </a:solidFill>
                <a:latin typeface="Arial"/>
                <a:ea typeface="Arial"/>
                <a:cs typeface="Arial"/>
              </a:rPr>
              <a:t>A fixed scenario sequence</a:t>
            </a:r>
          </a:p>
        </p:txBody>
      </p:sp>
      <p:sp>
        <p:nvSpPr>
          <p:cNvPr id="8" name="">
            <a:extLst xmlns:a="http://schemas.openxmlformats.org/drawingml/2006/main">
              <a:ext uri="{FF2B5EF4-FFF2-40B4-BE49-F238E27FC236}">
                <a16:creationId xmlns:a16="http://schemas.microsoft.com/office/drawing/2014/main" id="{55ADB8EE-11A8-4E9B-820A-E1DD9ABF24D7}"/>
              </a:ext>
            </a:extLst>
          </p:cNvPr>
          <p:cNvSpPr>
            <a:spLocks xmlns:a="http://schemas.openxmlformats.org/drawingml/2006/main" noGrp="1"/>
          </p:cNvSpPr>
          <p:nvPr/>
        </p:nvSpPr>
        <p:spPr>
          <a:xfrm xmlns:a="http://schemas.openxmlformats.org/drawingml/2006/main">
            <a:off x="8743950" y="2419350"/>
            <a:ext cx="2857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526570"/>
                </a:solidFill>
                <a:latin typeface="Arial"/>
                <a:ea typeface="Arial"/>
                <a:cs typeface="Arial"/>
              </a:defRPr>
            </a:defPPr>
            <a:lvl1pPr>
              <a:defRPr sz="1650" b="0">
                <a:solidFill>
                  <a:srgbClr val="526570"/>
                </a:solidFill>
                <a:latin typeface="Arial"/>
                <a:ea typeface="Arial"/>
                <a:cs typeface="Arial"/>
              </a:defRPr>
            </a:lvl1pPr>
            <a:lvl2pPr>
              <a:defRPr sz="1650" b="0">
                <a:solidFill>
                  <a:srgbClr val="526570"/>
                </a:solidFill>
                <a:latin typeface="Arial"/>
                <a:ea typeface="Arial"/>
                <a:cs typeface="Arial"/>
              </a:defRPr>
            </a:lvl2pPr>
            <a:lvl3pPr>
              <a:defRPr sz="1650" b="0">
                <a:solidFill>
                  <a:srgbClr val="526570"/>
                </a:solidFill>
                <a:latin typeface="Arial"/>
                <a:ea typeface="Arial"/>
                <a:cs typeface="Arial"/>
              </a:defRPr>
            </a:lvl3pPr>
            <a:lvl4pPr>
              <a:defRPr sz="1650" b="0">
                <a:solidFill>
                  <a:srgbClr val="526570"/>
                </a:solidFill>
                <a:latin typeface="Arial"/>
                <a:ea typeface="Arial"/>
                <a:cs typeface="Arial"/>
              </a:defRPr>
            </a:lvl4pPr>
            <a:lvl5pPr>
              <a:defRPr sz="1650" b="0">
                <a:solidFill>
                  <a:srgbClr val="526570"/>
                </a:solidFill>
                <a:latin typeface="Arial"/>
                <a:ea typeface="Arial"/>
                <a:cs typeface="Arial"/>
              </a:defRPr>
            </a:lvl5pPr>
            <a:lvl6pPr>
              <a:defRPr sz="1650" b="0">
                <a:solidFill>
                  <a:srgbClr val="526570"/>
                </a:solidFill>
                <a:latin typeface="Arial"/>
                <a:ea typeface="Arial"/>
                <a:cs typeface="Arial"/>
              </a:defRPr>
            </a:lvl6pPr>
            <a:lvl7pPr>
              <a:defRPr sz="1650" b="0">
                <a:solidFill>
                  <a:srgbClr val="526570"/>
                </a:solidFill>
                <a:latin typeface="Arial"/>
                <a:ea typeface="Arial"/>
                <a:cs typeface="Arial"/>
              </a:defRPr>
            </a:lvl7pPr>
            <a:lvl8pPr>
              <a:defRPr sz="1650" b="0">
                <a:solidFill>
                  <a:srgbClr val="526570"/>
                </a:solidFill>
                <a:latin typeface="Arial"/>
                <a:ea typeface="Arial"/>
                <a:cs typeface="Arial"/>
              </a:defRPr>
            </a:lvl8pPr>
            <a:lvl9pPr>
              <a:defRPr sz="1650" b="0">
                <a:solidFill>
                  <a:srgbClr val="526570"/>
                </a:solidFill>
                <a:latin typeface="Arial"/>
                <a:ea typeface="Arial"/>
                <a:cs typeface="Arial"/>
              </a:defRPr>
            </a:lvl9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Momentum</a:t>
            </a:r>
          </a:p>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 projected mortality</a:t>
            </a:r>
          </a:p>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 projected fertility</a:t>
            </a:r>
          </a:p>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 projected migration</a:t>
            </a:r>
          </a:p>
        </p:txBody>
      </p:sp>
      <p:sp>
        <p:nvSpPr>
          <p:cNvPr id="9" name="">
            <a:extLst xmlns:a="http://schemas.openxmlformats.org/drawingml/2006/main">
              <a:ext uri="{FF2B5EF4-FFF2-40B4-BE49-F238E27FC236}">
                <a16:creationId xmlns:a16="http://schemas.microsoft.com/office/drawing/2014/main" id="{CC61DFA0-FD82-48E2-9263-F396676A4FAE}"/>
              </a:ext>
            </a:extLst>
          </p:cNvPr>
          <p:cNvSpPr>
            <a:spLocks xmlns:a="http://schemas.openxmlformats.org/drawingml/2006/main" noGrp="1"/>
          </p:cNvSpPr>
          <p:nvPr/>
        </p:nvSpPr>
        <p:spPr>
          <a:xfrm xmlns:a="http://schemas.openxmlformats.org/drawingml/2006/main">
            <a:off x="8743950" y="42862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1">
                <a:solidFill>
                  <a:srgbClr val="1F7480"/>
                </a:solidFill>
                <a:latin typeface="Arial"/>
                <a:ea typeface="Arial"/>
                <a:cs typeface="Arial"/>
              </a:defRPr>
            </a:defPPr>
            <a:lvl1pPr>
              <a:defRPr sz="1725" b="1">
                <a:solidFill>
                  <a:srgbClr val="1F7480"/>
                </a:solidFill>
                <a:latin typeface="Arial"/>
                <a:ea typeface="Arial"/>
                <a:cs typeface="Arial"/>
              </a:defRPr>
            </a:lvl1pPr>
            <a:lvl2pPr>
              <a:defRPr sz="1725" b="1">
                <a:solidFill>
                  <a:srgbClr val="1F7480"/>
                </a:solidFill>
                <a:latin typeface="Arial"/>
                <a:ea typeface="Arial"/>
                <a:cs typeface="Arial"/>
              </a:defRPr>
            </a:lvl2pPr>
            <a:lvl3pPr>
              <a:defRPr sz="1725" b="1">
                <a:solidFill>
                  <a:srgbClr val="1F7480"/>
                </a:solidFill>
                <a:latin typeface="Arial"/>
                <a:ea typeface="Arial"/>
                <a:cs typeface="Arial"/>
              </a:defRPr>
            </a:lvl3pPr>
            <a:lvl4pPr>
              <a:defRPr sz="1725" b="1">
                <a:solidFill>
                  <a:srgbClr val="1F7480"/>
                </a:solidFill>
                <a:latin typeface="Arial"/>
                <a:ea typeface="Arial"/>
                <a:cs typeface="Arial"/>
              </a:defRPr>
            </a:lvl4pPr>
            <a:lvl5pPr>
              <a:defRPr sz="1725" b="1">
                <a:solidFill>
                  <a:srgbClr val="1F7480"/>
                </a:solidFill>
                <a:latin typeface="Arial"/>
                <a:ea typeface="Arial"/>
                <a:cs typeface="Arial"/>
              </a:defRPr>
            </a:lvl5pPr>
            <a:lvl6pPr>
              <a:defRPr sz="1725" b="1">
                <a:solidFill>
                  <a:srgbClr val="1F7480"/>
                </a:solidFill>
                <a:latin typeface="Arial"/>
                <a:ea typeface="Arial"/>
                <a:cs typeface="Arial"/>
              </a:defRPr>
            </a:lvl6pPr>
            <a:lvl7pPr>
              <a:defRPr sz="1725" b="1">
                <a:solidFill>
                  <a:srgbClr val="1F7480"/>
                </a:solidFill>
                <a:latin typeface="Arial"/>
                <a:ea typeface="Arial"/>
                <a:cs typeface="Arial"/>
              </a:defRPr>
            </a:lvl7pPr>
            <a:lvl8pPr>
              <a:defRPr sz="1725" b="1">
                <a:solidFill>
                  <a:srgbClr val="1F7480"/>
                </a:solidFill>
                <a:latin typeface="Arial"/>
                <a:ea typeface="Arial"/>
                <a:cs typeface="Arial"/>
              </a:defRPr>
            </a:lvl8pPr>
            <a:lvl9pPr>
              <a:defRPr sz="1725" b="1">
                <a:solidFill>
                  <a:srgbClr val="1F7480"/>
                </a:solidFill>
                <a:latin typeface="Arial"/>
                <a:ea typeface="Arial"/>
                <a:cs typeface="Arial"/>
              </a:defRPr>
            </a:lvl9pPr>
          </a:lstStyle>
          <a:p xmlns:a="http://schemas.openxmlformats.org/drawingml/2006/main">
            <a:pPr>
              <a:defRPr sz="1725" b="1">
                <a:solidFill>
                  <a:srgbClr val="1F7480"/>
                </a:solidFill>
                <a:latin typeface="Arial"/>
                <a:ea typeface="Arial"/>
                <a:cs typeface="Arial"/>
              </a:defRPr>
            </a:pPr>
            <a:r>
              <a:rPr sz="1725" b="1">
                <a:solidFill>
                  <a:srgbClr val="1F7480"/>
                </a:solidFill>
                <a:latin typeface="Arial"/>
                <a:ea typeface="Arial"/>
                <a:cs typeface="Arial"/>
              </a:rPr>
              <a:t>The four stock differences</a:t>
            </a:r>
          </a:p>
          <a:p xmlns:a="http://schemas.openxmlformats.org/drawingml/2006/main">
            <a:pPr>
              <a:defRPr sz="1725" b="1">
                <a:solidFill>
                  <a:srgbClr val="1F7480"/>
                </a:solidFill>
                <a:latin typeface="Arial"/>
                <a:ea typeface="Arial"/>
                <a:cs typeface="Arial"/>
              </a:defRPr>
            </a:pPr>
            <a:r>
              <a:rPr sz="1725" b="1">
                <a:solidFill>
                  <a:srgbClr val="1F7480"/>
                </a:solidFill>
                <a:latin typeface="Arial"/>
                <a:ea typeface="Arial"/>
                <a:cs typeface="Arial"/>
              </a:rPr>
              <a:t>add to Medium change.</a:t>
            </a:r>
          </a:p>
        </p:txBody>
      </p:sp>
      <p:sp>
        <p:nvSpPr>
          <p:cNvPr id="10" name="">
            <a:extLst xmlns:a="http://schemas.openxmlformats.org/drawingml/2006/main">
              <a:ext uri="{FF2B5EF4-FFF2-40B4-BE49-F238E27FC236}">
                <a16:creationId xmlns:a16="http://schemas.microsoft.com/office/drawing/2014/main" id="{444A5058-210E-4487-B2F9-7602E6B19ABB}"/>
              </a:ext>
            </a:extLst>
          </p:cNvPr>
          <p:cNvSpPr>
            <a:spLocks xmlns:a="http://schemas.openxmlformats.org/drawingml/2006/main" noGrp="1"/>
          </p:cNvSpPr>
          <p:nvPr/>
        </p:nvSpPr>
        <p:spPr>
          <a:xfrm xmlns:a="http://schemas.openxmlformats.org/drawingml/2006/main">
            <a:off x="8743950" y="525780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26570"/>
                </a:solidFill>
                <a:latin typeface="Arial"/>
                <a:ea typeface="Arial"/>
                <a:cs typeface="Arial"/>
              </a:defRPr>
            </a:defPPr>
            <a:lvl1pPr>
              <a:defRPr sz="1350" b="0">
                <a:solidFill>
                  <a:srgbClr val="526570"/>
                </a:solidFill>
                <a:latin typeface="Arial"/>
                <a:ea typeface="Arial"/>
                <a:cs typeface="Arial"/>
              </a:defRPr>
            </a:lvl1pPr>
            <a:lvl2pPr>
              <a:defRPr sz="1350" b="0">
                <a:solidFill>
                  <a:srgbClr val="526570"/>
                </a:solidFill>
                <a:latin typeface="Arial"/>
                <a:ea typeface="Arial"/>
                <a:cs typeface="Arial"/>
              </a:defRPr>
            </a:lvl2pPr>
            <a:lvl3pPr>
              <a:defRPr sz="1350" b="0">
                <a:solidFill>
                  <a:srgbClr val="526570"/>
                </a:solidFill>
                <a:latin typeface="Arial"/>
                <a:ea typeface="Arial"/>
                <a:cs typeface="Arial"/>
              </a:defRPr>
            </a:lvl3pPr>
            <a:lvl4pPr>
              <a:defRPr sz="1350" b="0">
                <a:solidFill>
                  <a:srgbClr val="526570"/>
                </a:solidFill>
                <a:latin typeface="Arial"/>
                <a:ea typeface="Arial"/>
                <a:cs typeface="Arial"/>
              </a:defRPr>
            </a:lvl4pPr>
            <a:lvl5pPr>
              <a:defRPr sz="1350" b="0">
                <a:solidFill>
                  <a:srgbClr val="526570"/>
                </a:solidFill>
                <a:latin typeface="Arial"/>
                <a:ea typeface="Arial"/>
                <a:cs typeface="Arial"/>
              </a:defRPr>
            </a:lvl5pPr>
            <a:lvl6pPr>
              <a:defRPr sz="1350" b="0">
                <a:solidFill>
                  <a:srgbClr val="526570"/>
                </a:solidFill>
                <a:latin typeface="Arial"/>
                <a:ea typeface="Arial"/>
                <a:cs typeface="Arial"/>
              </a:defRPr>
            </a:lvl6pPr>
            <a:lvl7pPr>
              <a:defRPr sz="1350" b="0">
                <a:solidFill>
                  <a:srgbClr val="526570"/>
                </a:solidFill>
                <a:latin typeface="Arial"/>
                <a:ea typeface="Arial"/>
                <a:cs typeface="Arial"/>
              </a:defRPr>
            </a:lvl7pPr>
            <a:lvl8pPr>
              <a:defRPr sz="1350" b="0">
                <a:solidFill>
                  <a:srgbClr val="526570"/>
                </a:solidFill>
                <a:latin typeface="Arial"/>
                <a:ea typeface="Arial"/>
                <a:cs typeface="Arial"/>
              </a:defRPr>
            </a:lvl8pPr>
            <a:lvl9pPr>
              <a:defRPr sz="1350" b="0">
                <a:solidFill>
                  <a:srgbClr val="526570"/>
                </a:solidFill>
                <a:latin typeface="Arial"/>
                <a:ea typeface="Arial"/>
                <a:cs typeface="Arial"/>
              </a:defRPr>
            </a:lvl9pPr>
          </a:lstStyle>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Replacement means NRR = 1.</a:t>
            </a:r>
          </a:p>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The fertility rate varies</a:t>
            </a:r>
          </a:p>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by country and year.</a:t>
            </a:r>
          </a:p>
        </p:txBody>
      </p:sp>
      <p:sp>
        <p:nvSpPr>
          <p:cNvPr id="11" name="">
            <a:extLst xmlns:a="http://schemas.openxmlformats.org/drawingml/2006/main">
              <a:ext uri="{FF2B5EF4-FFF2-40B4-BE49-F238E27FC236}">
                <a16:creationId xmlns:a16="http://schemas.microsoft.com/office/drawing/2014/main" id="{911D8C70-10A8-4C2D-9D36-1B62E343A027}"/>
              </a:ext>
            </a:extLst>
          </p:cNvPr>
          <p:cNvSpPr>
            <a:spLocks xmlns:a="http://schemas.openxmlformats.org/drawingml/2006/main" noGrp="1"/>
          </p:cNvSpPr>
          <p:nvPr/>
        </p:nvSpPr>
        <p:spPr>
          <a:xfrm xmlns:a="http://schemas.openxmlformats.org/drawingml/2006/main">
            <a:off x="533400" y="5810250"/>
            <a:ext cx="766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26570"/>
                </a:solidFill>
                <a:latin typeface="Arial"/>
                <a:ea typeface="Arial"/>
                <a:cs typeface="Arial"/>
              </a:defRPr>
            </a:defPPr>
            <a:lvl1pPr>
              <a:defRPr sz="1350" b="0">
                <a:solidFill>
                  <a:srgbClr val="526570"/>
                </a:solidFill>
                <a:latin typeface="Arial"/>
                <a:ea typeface="Arial"/>
                <a:cs typeface="Arial"/>
              </a:defRPr>
            </a:lvl1pPr>
            <a:lvl2pPr>
              <a:defRPr sz="1350" b="0">
                <a:solidFill>
                  <a:srgbClr val="526570"/>
                </a:solidFill>
                <a:latin typeface="Arial"/>
                <a:ea typeface="Arial"/>
                <a:cs typeface="Arial"/>
              </a:defRPr>
            </a:lvl2pPr>
            <a:lvl3pPr>
              <a:defRPr sz="1350" b="0">
                <a:solidFill>
                  <a:srgbClr val="526570"/>
                </a:solidFill>
                <a:latin typeface="Arial"/>
                <a:ea typeface="Arial"/>
                <a:cs typeface="Arial"/>
              </a:defRPr>
            </a:lvl3pPr>
            <a:lvl4pPr>
              <a:defRPr sz="1350" b="0">
                <a:solidFill>
                  <a:srgbClr val="526570"/>
                </a:solidFill>
                <a:latin typeface="Arial"/>
                <a:ea typeface="Arial"/>
                <a:cs typeface="Arial"/>
              </a:defRPr>
            </a:lvl4pPr>
            <a:lvl5pPr>
              <a:defRPr sz="1350" b="0">
                <a:solidFill>
                  <a:srgbClr val="526570"/>
                </a:solidFill>
                <a:latin typeface="Arial"/>
                <a:ea typeface="Arial"/>
                <a:cs typeface="Arial"/>
              </a:defRPr>
            </a:lvl5pPr>
            <a:lvl6pPr>
              <a:defRPr sz="1350" b="0">
                <a:solidFill>
                  <a:srgbClr val="526570"/>
                </a:solidFill>
                <a:latin typeface="Arial"/>
                <a:ea typeface="Arial"/>
                <a:cs typeface="Arial"/>
              </a:defRPr>
            </a:lvl6pPr>
            <a:lvl7pPr>
              <a:defRPr sz="1350" b="0">
                <a:solidFill>
                  <a:srgbClr val="526570"/>
                </a:solidFill>
                <a:latin typeface="Arial"/>
                <a:ea typeface="Arial"/>
                <a:cs typeface="Arial"/>
              </a:defRPr>
            </a:lvl7pPr>
            <a:lvl8pPr>
              <a:defRPr sz="1350" b="0">
                <a:solidFill>
                  <a:srgbClr val="526570"/>
                </a:solidFill>
                <a:latin typeface="Arial"/>
                <a:ea typeface="Arial"/>
                <a:cs typeface="Arial"/>
              </a:defRPr>
            </a:lvl8pPr>
            <a:lvl9pPr>
              <a:defRPr sz="1350" b="0">
                <a:solidFill>
                  <a:srgbClr val="526570"/>
                </a:solidFill>
                <a:latin typeface="Arial"/>
                <a:ea typeface="Arial"/>
                <a:cs typeface="Arial"/>
              </a:defRPr>
            </a:lvl9pPr>
          </a:lstStyle>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Contributions depend on the scenario order. They are conditional model contrasts, not causal policy effects.</a:t>
            </a:r>
          </a:p>
        </p:txBody>
      </p:sp>
    </p:spTree>
    <p:extLst>
      <p:ext uri="{BB962C8B-B14F-4D97-AF65-F5344CB8AC3E}">
        <p14:creationId xmlns:p14="http://schemas.microsoft.com/office/powerpoint/2010/main" val="1047980232"/>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BD03B0-3680-4A44-8521-E8B10C4910D1}"/>
              </a:ext>
            </a:extLst>
          </p:cNvPr>
          <p:cNvSpPr>
            <a:spLocks xmlns:a="http://schemas.openxmlformats.org/drawingml/2006/main" noGrp="1"/>
          </p:cNvSpPr>
          <p:nvPr/>
        </p:nvSpPr>
        <p:spPr>
          <a:xfrm xmlns:a="http://schemas.openxmlformats.org/drawingml/2006/main">
            <a:off x="533400" y="4000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00" b="1">
                <a:solidFill>
                  <a:srgbClr val="172C38"/>
                </a:solidFill>
                <a:latin typeface="Arial"/>
                <a:ea typeface="Arial"/>
                <a:cs typeface="Arial"/>
              </a:defRPr>
            </a:defPPr>
            <a:lvl1pPr>
              <a:defRPr sz="2700" b="1">
                <a:solidFill>
                  <a:srgbClr val="172C38"/>
                </a:solidFill>
                <a:latin typeface="Arial"/>
                <a:ea typeface="Arial"/>
                <a:cs typeface="Arial"/>
              </a:defRPr>
            </a:lvl1pPr>
            <a:lvl2pPr>
              <a:defRPr sz="2700" b="1">
                <a:solidFill>
                  <a:srgbClr val="172C38"/>
                </a:solidFill>
                <a:latin typeface="Arial"/>
                <a:ea typeface="Arial"/>
                <a:cs typeface="Arial"/>
              </a:defRPr>
            </a:lvl2pPr>
            <a:lvl3pPr>
              <a:defRPr sz="2700" b="1">
                <a:solidFill>
                  <a:srgbClr val="172C38"/>
                </a:solidFill>
                <a:latin typeface="Arial"/>
                <a:ea typeface="Arial"/>
                <a:cs typeface="Arial"/>
              </a:defRPr>
            </a:lvl3pPr>
            <a:lvl4pPr>
              <a:defRPr sz="2700" b="1">
                <a:solidFill>
                  <a:srgbClr val="172C38"/>
                </a:solidFill>
                <a:latin typeface="Arial"/>
                <a:ea typeface="Arial"/>
                <a:cs typeface="Arial"/>
              </a:defRPr>
            </a:lvl4pPr>
            <a:lvl5pPr>
              <a:defRPr sz="2700" b="1">
                <a:solidFill>
                  <a:srgbClr val="172C38"/>
                </a:solidFill>
                <a:latin typeface="Arial"/>
                <a:ea typeface="Arial"/>
                <a:cs typeface="Arial"/>
              </a:defRPr>
            </a:lvl5pPr>
            <a:lvl6pPr>
              <a:defRPr sz="2700" b="1">
                <a:solidFill>
                  <a:srgbClr val="172C38"/>
                </a:solidFill>
                <a:latin typeface="Arial"/>
                <a:ea typeface="Arial"/>
                <a:cs typeface="Arial"/>
              </a:defRPr>
            </a:lvl6pPr>
            <a:lvl7pPr>
              <a:defRPr sz="2700" b="1">
                <a:solidFill>
                  <a:srgbClr val="172C38"/>
                </a:solidFill>
                <a:latin typeface="Arial"/>
                <a:ea typeface="Arial"/>
                <a:cs typeface="Arial"/>
              </a:defRPr>
            </a:lvl7pPr>
            <a:lvl8pPr>
              <a:defRPr sz="2700" b="1">
                <a:solidFill>
                  <a:srgbClr val="172C38"/>
                </a:solidFill>
                <a:latin typeface="Arial"/>
                <a:ea typeface="Arial"/>
                <a:cs typeface="Arial"/>
              </a:defRPr>
            </a:lvl8pPr>
            <a:lvl9pPr>
              <a:defRPr sz="2700" b="1">
                <a:solidFill>
                  <a:srgbClr val="172C38"/>
                </a:solidFill>
                <a:latin typeface="Arial"/>
                <a:ea typeface="Arial"/>
                <a:cs typeface="Arial"/>
              </a:defRPr>
            </a:lvl9pPr>
          </a:lstStyle>
          <a:p xmlns:a="http://schemas.openxmlformats.org/drawingml/2006/main">
            <a:pPr>
              <a:defRPr sz="2700" b="1">
                <a:solidFill>
                  <a:srgbClr val="172C38"/>
                </a:solidFill>
                <a:latin typeface="Arial"/>
                <a:ea typeface="Arial"/>
                <a:cs typeface="Arial"/>
              </a:defRPr>
            </a:pPr>
            <a:r>
              <a:rPr sz="2700" b="1">
                <a:solidFill>
                  <a:srgbClr val="172C38"/>
                </a:solidFill>
                <a:latin typeface="Arial"/>
                <a:ea typeface="Arial"/>
                <a:cs typeface="Arial"/>
              </a:rPr>
              <a:t>Türkiye grows to 2050 in Medium, with a wide interval</a:t>
            </a:r>
          </a:p>
        </p:txBody>
      </p:sp>
      <p:sp>
        <p:nvSpPr>
          <p:cNvPr id="2" name="">
            <a:extLst xmlns:a="http://schemas.openxmlformats.org/drawingml/2006/main">
              <a:ext uri="{FF2B5EF4-FFF2-40B4-BE49-F238E27FC236}">
                <a16:creationId xmlns:a16="http://schemas.microsoft.com/office/drawing/2014/main" id="{C137D73F-5776-49B2-8F57-854E9D7C165D}"/>
              </a:ext>
            </a:extLst>
          </p:cNvPr>
          <p:cNvSpPr>
            <a:spLocks xmlns:a="http://schemas.openxmlformats.org/drawingml/2006/main" noGrp="1"/>
          </p:cNvSpPr>
          <p:nvPr/>
        </p:nvSpPr>
        <p:spPr>
          <a:xfrm xmlns:a="http://schemas.openxmlformats.org/drawingml/2006/main">
            <a:off x="533400" y="11430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26570"/>
                </a:solidFill>
                <a:latin typeface="Arial"/>
                <a:ea typeface="Arial"/>
                <a:cs typeface="Arial"/>
              </a:defRPr>
            </a:defPPr>
            <a:lvl1pPr>
              <a:defRPr sz="1425" b="0">
                <a:solidFill>
                  <a:srgbClr val="526570"/>
                </a:solidFill>
                <a:latin typeface="Arial"/>
                <a:ea typeface="Arial"/>
                <a:cs typeface="Arial"/>
              </a:defRPr>
            </a:lvl1pPr>
            <a:lvl2pPr>
              <a:defRPr sz="1425" b="0">
                <a:solidFill>
                  <a:srgbClr val="526570"/>
                </a:solidFill>
                <a:latin typeface="Arial"/>
                <a:ea typeface="Arial"/>
                <a:cs typeface="Arial"/>
              </a:defRPr>
            </a:lvl2pPr>
            <a:lvl3pPr>
              <a:defRPr sz="1425" b="0">
                <a:solidFill>
                  <a:srgbClr val="526570"/>
                </a:solidFill>
                <a:latin typeface="Arial"/>
                <a:ea typeface="Arial"/>
                <a:cs typeface="Arial"/>
              </a:defRPr>
            </a:lvl3pPr>
            <a:lvl4pPr>
              <a:defRPr sz="1425" b="0">
                <a:solidFill>
                  <a:srgbClr val="526570"/>
                </a:solidFill>
                <a:latin typeface="Arial"/>
                <a:ea typeface="Arial"/>
                <a:cs typeface="Arial"/>
              </a:defRPr>
            </a:lvl4pPr>
            <a:lvl5pPr>
              <a:defRPr sz="1425" b="0">
                <a:solidFill>
                  <a:srgbClr val="526570"/>
                </a:solidFill>
                <a:latin typeface="Arial"/>
                <a:ea typeface="Arial"/>
                <a:cs typeface="Arial"/>
              </a:defRPr>
            </a:lvl5pPr>
            <a:lvl6pPr>
              <a:defRPr sz="1425" b="0">
                <a:solidFill>
                  <a:srgbClr val="526570"/>
                </a:solidFill>
                <a:latin typeface="Arial"/>
                <a:ea typeface="Arial"/>
                <a:cs typeface="Arial"/>
              </a:defRPr>
            </a:lvl6pPr>
            <a:lvl7pPr>
              <a:defRPr sz="1425" b="0">
                <a:solidFill>
                  <a:srgbClr val="526570"/>
                </a:solidFill>
                <a:latin typeface="Arial"/>
                <a:ea typeface="Arial"/>
                <a:cs typeface="Arial"/>
              </a:defRPr>
            </a:lvl7pPr>
            <a:lvl8pPr>
              <a:defRPr sz="1425" b="0">
                <a:solidFill>
                  <a:srgbClr val="526570"/>
                </a:solidFill>
                <a:latin typeface="Arial"/>
                <a:ea typeface="Arial"/>
                <a:cs typeface="Arial"/>
              </a:defRPr>
            </a:lvl8pPr>
            <a:lvl9pPr>
              <a:defRPr sz="1425" b="0">
                <a:solidFill>
                  <a:srgbClr val="526570"/>
                </a:solidFill>
                <a:latin typeface="Arial"/>
                <a:ea typeface="Arial"/>
                <a:cs typeface="Arial"/>
              </a:defRPr>
            </a:lvl9pPr>
          </a:lstStyle>
          <a:p xmlns:a="http://schemas.openxmlformats.org/drawingml/2006/main">
            <a:pPr>
              <a:defRPr sz="1425" b="0">
                <a:solidFill>
                  <a:srgbClr val="526570"/>
                </a:solidFill>
                <a:latin typeface="Arial"/>
                <a:ea typeface="Arial"/>
                <a:cs typeface="Arial"/>
              </a:defRPr>
            </a:pPr>
            <a:r>
              <a:rPr sz="1425" b="0">
                <a:solidFill>
                  <a:srgbClr val="526570"/>
                </a:solidFill>
                <a:latin typeface="Arial"/>
                <a:ea typeface="Arial"/>
                <a:cs typeface="Arial"/>
              </a:rPr>
              <a:t>Population on 1 January, millions. The 2024 revision does not represent current observed population.</a:t>
            </a:r>
          </a:p>
        </p:txBody>
      </p:sp>
      <p:sp>
        <p:nvSpPr>
          <p:cNvPr id="3" name="">
            <a:extLst xmlns:a="http://schemas.openxmlformats.org/drawingml/2006/main">
              <a:ext uri="{FF2B5EF4-FFF2-40B4-BE49-F238E27FC236}">
                <a16:creationId xmlns:a16="http://schemas.microsoft.com/office/drawing/2014/main" id="{DD5BB3D9-E18B-4173-B090-AED5125A4806}"/>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FE5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C0620E-95DE-4195-BC55-5021CD33F4C7}"/>
              </a:ext>
            </a:extLst>
          </p:cNvPr>
          <p:cNvSpPr>
            <a:spLocks xmlns:a="http://schemas.openxmlformats.org/drawingml/2006/main" noGrp="1"/>
          </p:cNvSpPr>
          <p:nvPr/>
        </p:nvSpPr>
        <p:spPr>
          <a:xfrm xmlns:a="http://schemas.openxmlformats.org/drawingml/2006/main">
            <a:off x="533400" y="65055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00" b="0">
                <a:solidFill>
                  <a:srgbClr val="526570"/>
                </a:solidFill>
                <a:latin typeface="Arial"/>
                <a:ea typeface="Arial"/>
                <a:cs typeface="Arial"/>
              </a:defRPr>
            </a:defPPr>
            <a:lvl1pPr>
              <a:defRPr sz="900" b="0">
                <a:solidFill>
                  <a:srgbClr val="526570"/>
                </a:solidFill>
                <a:latin typeface="Arial"/>
                <a:ea typeface="Arial"/>
                <a:cs typeface="Arial"/>
              </a:defRPr>
            </a:lvl1pPr>
            <a:lvl2pPr>
              <a:defRPr sz="900" b="0">
                <a:solidFill>
                  <a:srgbClr val="526570"/>
                </a:solidFill>
                <a:latin typeface="Arial"/>
                <a:ea typeface="Arial"/>
                <a:cs typeface="Arial"/>
              </a:defRPr>
            </a:lvl2pPr>
            <a:lvl3pPr>
              <a:defRPr sz="900" b="0">
                <a:solidFill>
                  <a:srgbClr val="526570"/>
                </a:solidFill>
                <a:latin typeface="Arial"/>
                <a:ea typeface="Arial"/>
                <a:cs typeface="Arial"/>
              </a:defRPr>
            </a:lvl3pPr>
            <a:lvl4pPr>
              <a:defRPr sz="900" b="0">
                <a:solidFill>
                  <a:srgbClr val="526570"/>
                </a:solidFill>
                <a:latin typeface="Arial"/>
                <a:ea typeface="Arial"/>
                <a:cs typeface="Arial"/>
              </a:defRPr>
            </a:lvl4pPr>
            <a:lvl5pPr>
              <a:defRPr sz="900" b="0">
                <a:solidFill>
                  <a:srgbClr val="526570"/>
                </a:solidFill>
                <a:latin typeface="Arial"/>
                <a:ea typeface="Arial"/>
                <a:cs typeface="Arial"/>
              </a:defRPr>
            </a:lvl5pPr>
            <a:lvl6pPr>
              <a:defRPr sz="900" b="0">
                <a:solidFill>
                  <a:srgbClr val="526570"/>
                </a:solidFill>
                <a:latin typeface="Arial"/>
                <a:ea typeface="Arial"/>
                <a:cs typeface="Arial"/>
              </a:defRPr>
            </a:lvl6pPr>
            <a:lvl7pPr>
              <a:defRPr sz="900" b="0">
                <a:solidFill>
                  <a:srgbClr val="526570"/>
                </a:solidFill>
                <a:latin typeface="Arial"/>
                <a:ea typeface="Arial"/>
                <a:cs typeface="Arial"/>
              </a:defRPr>
            </a:lvl7pPr>
            <a:lvl8pPr>
              <a:defRPr sz="900" b="0">
                <a:solidFill>
                  <a:srgbClr val="526570"/>
                </a:solidFill>
                <a:latin typeface="Arial"/>
                <a:ea typeface="Arial"/>
                <a:cs typeface="Arial"/>
              </a:defRPr>
            </a:lvl8pPr>
            <a:lvl9pPr>
              <a:defRPr sz="900" b="0">
                <a:solidFill>
                  <a:srgbClr val="526570"/>
                </a:solidFill>
                <a:latin typeface="Arial"/>
                <a:ea typeface="Arial"/>
                <a:cs typeface="Arial"/>
              </a:defRPr>
            </a:lvl9pPr>
          </a:lstStyle>
          <a:p xmlns:a="http://schemas.openxmlformats.org/drawingml/2006/main">
            <a:pPr>
              <a:defRPr sz="900" b="0">
                <a:solidFill>
                  <a:srgbClr val="526570"/>
                </a:solidFill>
                <a:latin typeface="Arial"/>
                <a:ea typeface="Arial"/>
                <a:cs typeface="Arial"/>
              </a:defRPr>
            </a:pPr>
            <a:r>
              <a:rPr sz="900" b="0">
                <a:solidFill>
                  <a:srgbClr val="526570"/>
                </a:solidFill>
                <a:latin typeface="Arial"/>
                <a:ea typeface="Arial"/>
                <a:cs typeface="Arial"/>
              </a:rPr>
              <a:t>UN World Population Prospects 2024. Estimates through 2023. Projections from 2024.</a:t>
            </a:r>
          </a:p>
        </p:txBody>
      </p:sp>
      <p:sp>
        <p:nvSpPr>
          <p:cNvPr id="5" name="">
            <a:extLst xmlns:a="http://schemas.openxmlformats.org/drawingml/2006/main">
              <a:ext uri="{FF2B5EF4-FFF2-40B4-BE49-F238E27FC236}">
                <a16:creationId xmlns:a16="http://schemas.microsoft.com/office/drawing/2014/main" id="{53E47C88-E283-4B06-8837-D22C5ECBA11C}"/>
              </a:ext>
            </a:extLst>
          </p:cNvPr>
          <p:cNvSpPr>
            <a:spLocks xmlns:a="http://schemas.openxmlformats.org/drawingml/2006/main" noGrp="1"/>
          </p:cNvSpPr>
          <p:nvPr/>
        </p:nvSpPr>
        <p:spPr>
          <a:xfrm xmlns:a="http://schemas.openxmlformats.org/drawingml/2006/main">
            <a:off x="11239500" y="64770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26570"/>
                </a:solidFill>
                <a:latin typeface="Arial"/>
                <a:ea typeface="Arial"/>
                <a:cs typeface="Arial"/>
              </a:defRPr>
            </a:defPPr>
            <a:lvl1pPr>
              <a:defRPr sz="1125" b="0">
                <a:solidFill>
                  <a:srgbClr val="526570"/>
                </a:solidFill>
                <a:latin typeface="Arial"/>
                <a:ea typeface="Arial"/>
                <a:cs typeface="Arial"/>
              </a:defRPr>
            </a:lvl1pPr>
            <a:lvl2pPr>
              <a:defRPr sz="1125" b="0">
                <a:solidFill>
                  <a:srgbClr val="526570"/>
                </a:solidFill>
                <a:latin typeface="Arial"/>
                <a:ea typeface="Arial"/>
                <a:cs typeface="Arial"/>
              </a:defRPr>
            </a:lvl2pPr>
            <a:lvl3pPr>
              <a:defRPr sz="1125" b="0">
                <a:solidFill>
                  <a:srgbClr val="526570"/>
                </a:solidFill>
                <a:latin typeface="Arial"/>
                <a:ea typeface="Arial"/>
                <a:cs typeface="Arial"/>
              </a:defRPr>
            </a:lvl3pPr>
            <a:lvl4pPr>
              <a:defRPr sz="1125" b="0">
                <a:solidFill>
                  <a:srgbClr val="526570"/>
                </a:solidFill>
                <a:latin typeface="Arial"/>
                <a:ea typeface="Arial"/>
                <a:cs typeface="Arial"/>
              </a:defRPr>
            </a:lvl4pPr>
            <a:lvl5pPr>
              <a:defRPr sz="1125" b="0">
                <a:solidFill>
                  <a:srgbClr val="526570"/>
                </a:solidFill>
                <a:latin typeface="Arial"/>
                <a:ea typeface="Arial"/>
                <a:cs typeface="Arial"/>
              </a:defRPr>
            </a:lvl5pPr>
            <a:lvl6pPr>
              <a:defRPr sz="1125" b="0">
                <a:solidFill>
                  <a:srgbClr val="526570"/>
                </a:solidFill>
                <a:latin typeface="Arial"/>
                <a:ea typeface="Arial"/>
                <a:cs typeface="Arial"/>
              </a:defRPr>
            </a:lvl6pPr>
            <a:lvl7pPr>
              <a:defRPr sz="1125" b="0">
                <a:solidFill>
                  <a:srgbClr val="526570"/>
                </a:solidFill>
                <a:latin typeface="Arial"/>
                <a:ea typeface="Arial"/>
                <a:cs typeface="Arial"/>
              </a:defRPr>
            </a:lvl7pPr>
            <a:lvl8pPr>
              <a:defRPr sz="1125" b="0">
                <a:solidFill>
                  <a:srgbClr val="526570"/>
                </a:solidFill>
                <a:latin typeface="Arial"/>
                <a:ea typeface="Arial"/>
                <a:cs typeface="Arial"/>
              </a:defRPr>
            </a:lvl8pPr>
            <a:lvl9pPr>
              <a:defRPr sz="1125" b="0">
                <a:solidFill>
                  <a:srgbClr val="526570"/>
                </a:solidFill>
                <a:latin typeface="Arial"/>
                <a:ea typeface="Arial"/>
                <a:cs typeface="Arial"/>
              </a:defRPr>
            </a:lvl9pPr>
          </a:lstStyle>
          <a:p xmlns:a="http://schemas.openxmlformats.org/drawingml/2006/main">
            <a:pPr>
              <a:defRPr sz="1125" b="0">
                <a:solidFill>
                  <a:srgbClr val="526570"/>
                </a:solidFill>
                <a:latin typeface="Arial"/>
                <a:ea typeface="Arial"/>
                <a:cs typeface="Arial"/>
              </a:defRPr>
            </a:pPr>
            <a:r>
              <a:rPr sz="1125" b="0">
                <a:solidFill>
                  <a:srgbClr val="526570"/>
                </a:solidFill>
                <a:latin typeface="Arial"/>
                <a:ea typeface="Arial"/>
                <a:cs typeface="Arial"/>
              </a:rPr>
              <a:t>3</a:t>
            </a:r>
          </a:p>
        </p:txBody>
      </p:sp>
      <p:graphicFrame>
        <p:nvGraphicFramePr>
          <p:cNvPr id="6" name="Chart">
            <a:extLst xmlns:a="http://schemas.openxmlformats.org/drawingml/2006/main">
              <a:ext uri="{FF2B5EF4-FFF2-40B4-BE49-F238E27FC236}">
                <a16:creationId xmlns:a16="http://schemas.microsoft.com/office/drawing/2014/main" id="{7E12B282-8A43-4B53-A3BB-4A71FC5983DE}"/>
              </a:ext>
            </a:extLst>
          </p:cNvPr>
          <p:cNvGraphicFramePr/>
          <p:nvPr/>
        </p:nvGraphicFramePr>
        <p:xfrm>
          <a:off xmlns:a="http://schemas.openxmlformats.org/drawingml/2006/main" x="400050" y="1752600"/>
          <a:ext xmlns:a="http://schemas.openxmlformats.org/drawingml/2006/main" cx="8096250" cy="4314825"/>
        </p:xfrm>
        <a:graphic xmlns:a="http://schemas.openxmlformats.org/drawingml/2006/main">
          <a:graphicData uri="http://schemas.openxmlformats.org/drawingml/2006/chart">
            <c:chart xmlns:r="http://schemas.openxmlformats.org/officeDocument/2006/relationships" xmlns:c="http://schemas.openxmlformats.org/drawingml/2006/chart" r:id="Ra96631722fa949c5"/>
          </a:graphicData>
        </a:graphic>
      </p:graphicFrame>
      <p:sp>
        <p:nvSpPr>
          <p:cNvPr id="7" name="">
            <a:extLst xmlns:a="http://schemas.openxmlformats.org/drawingml/2006/main">
              <a:ext uri="{FF2B5EF4-FFF2-40B4-BE49-F238E27FC236}">
                <a16:creationId xmlns:a16="http://schemas.microsoft.com/office/drawing/2014/main" id="{8E92A610-9862-4038-8F46-14498E7B7574}"/>
              </a:ext>
            </a:extLst>
          </p:cNvPr>
          <p:cNvSpPr>
            <a:spLocks xmlns:a="http://schemas.openxmlformats.org/drawingml/2006/main" noGrp="1"/>
          </p:cNvSpPr>
          <p:nvPr/>
        </p:nvSpPr>
        <p:spPr>
          <a:xfrm xmlns:a="http://schemas.openxmlformats.org/drawingml/2006/main">
            <a:off x="8810625" y="200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1F7480"/>
                </a:solidFill>
                <a:latin typeface="Arial"/>
                <a:ea typeface="Arial"/>
                <a:cs typeface="Arial"/>
              </a:defRPr>
            </a:defPPr>
            <a:lvl1pPr>
              <a:defRPr sz="2775" b="1">
                <a:solidFill>
                  <a:srgbClr val="1F7480"/>
                </a:solidFill>
                <a:latin typeface="Arial"/>
                <a:ea typeface="Arial"/>
                <a:cs typeface="Arial"/>
              </a:defRPr>
            </a:lvl1pPr>
            <a:lvl2pPr>
              <a:defRPr sz="2775" b="1">
                <a:solidFill>
                  <a:srgbClr val="1F7480"/>
                </a:solidFill>
                <a:latin typeface="Arial"/>
                <a:ea typeface="Arial"/>
                <a:cs typeface="Arial"/>
              </a:defRPr>
            </a:lvl2pPr>
            <a:lvl3pPr>
              <a:defRPr sz="2775" b="1">
                <a:solidFill>
                  <a:srgbClr val="1F7480"/>
                </a:solidFill>
                <a:latin typeface="Arial"/>
                <a:ea typeface="Arial"/>
                <a:cs typeface="Arial"/>
              </a:defRPr>
            </a:lvl3pPr>
            <a:lvl4pPr>
              <a:defRPr sz="2775" b="1">
                <a:solidFill>
                  <a:srgbClr val="1F7480"/>
                </a:solidFill>
                <a:latin typeface="Arial"/>
                <a:ea typeface="Arial"/>
                <a:cs typeface="Arial"/>
              </a:defRPr>
            </a:lvl4pPr>
            <a:lvl5pPr>
              <a:defRPr sz="2775" b="1">
                <a:solidFill>
                  <a:srgbClr val="1F7480"/>
                </a:solidFill>
                <a:latin typeface="Arial"/>
                <a:ea typeface="Arial"/>
                <a:cs typeface="Arial"/>
              </a:defRPr>
            </a:lvl5pPr>
            <a:lvl6pPr>
              <a:defRPr sz="2775" b="1">
                <a:solidFill>
                  <a:srgbClr val="1F7480"/>
                </a:solidFill>
                <a:latin typeface="Arial"/>
                <a:ea typeface="Arial"/>
                <a:cs typeface="Arial"/>
              </a:defRPr>
            </a:lvl6pPr>
            <a:lvl7pPr>
              <a:defRPr sz="2775" b="1">
                <a:solidFill>
                  <a:srgbClr val="1F7480"/>
                </a:solidFill>
                <a:latin typeface="Arial"/>
                <a:ea typeface="Arial"/>
                <a:cs typeface="Arial"/>
              </a:defRPr>
            </a:lvl7pPr>
            <a:lvl8pPr>
              <a:defRPr sz="2775" b="1">
                <a:solidFill>
                  <a:srgbClr val="1F7480"/>
                </a:solidFill>
                <a:latin typeface="Arial"/>
                <a:ea typeface="Arial"/>
                <a:cs typeface="Arial"/>
              </a:defRPr>
            </a:lvl8pPr>
            <a:lvl9pPr>
              <a:defRPr sz="2775" b="1">
                <a:solidFill>
                  <a:srgbClr val="1F7480"/>
                </a:solidFill>
                <a:latin typeface="Arial"/>
                <a:ea typeface="Arial"/>
                <a:cs typeface="Arial"/>
              </a:defRPr>
            </a:lvl9pPr>
          </a:lstStyle>
          <a:p xmlns:a="http://schemas.openxmlformats.org/drawingml/2006/main">
            <a:pPr>
              <a:defRPr sz="2775" b="1">
                <a:solidFill>
                  <a:srgbClr val="1F7480"/>
                </a:solidFill>
                <a:latin typeface="Arial"/>
                <a:ea typeface="Arial"/>
                <a:cs typeface="Arial"/>
              </a:defRPr>
            </a:pPr>
            <a:r>
              <a:rPr sz="2775" b="1">
                <a:solidFill>
                  <a:srgbClr val="1F7480"/>
                </a:solidFill>
                <a:latin typeface="Arial"/>
                <a:ea typeface="Arial"/>
                <a:cs typeface="Arial"/>
              </a:rPr>
              <a:t>91.31 million</a:t>
            </a:r>
          </a:p>
        </p:txBody>
      </p:sp>
      <p:sp>
        <p:nvSpPr>
          <p:cNvPr id="8" name="">
            <a:extLst xmlns:a="http://schemas.openxmlformats.org/drawingml/2006/main">
              <a:ext uri="{FF2B5EF4-FFF2-40B4-BE49-F238E27FC236}">
                <a16:creationId xmlns:a16="http://schemas.microsoft.com/office/drawing/2014/main" id="{9410CC85-8D1B-4863-9769-1ABFB81B070B}"/>
              </a:ext>
            </a:extLst>
          </p:cNvPr>
          <p:cNvSpPr>
            <a:spLocks xmlns:a="http://schemas.openxmlformats.org/drawingml/2006/main" noGrp="1"/>
          </p:cNvSpPr>
          <p:nvPr/>
        </p:nvSpPr>
        <p:spPr>
          <a:xfrm xmlns:a="http://schemas.openxmlformats.org/drawingml/2006/main">
            <a:off x="8810625" y="26479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26570"/>
                </a:solidFill>
                <a:latin typeface="Arial"/>
                <a:ea typeface="Arial"/>
                <a:cs typeface="Arial"/>
              </a:defRPr>
            </a:defPPr>
            <a:lvl1pPr>
              <a:defRPr sz="1575" b="0">
                <a:solidFill>
                  <a:srgbClr val="526570"/>
                </a:solidFill>
                <a:latin typeface="Arial"/>
                <a:ea typeface="Arial"/>
                <a:cs typeface="Arial"/>
              </a:defRPr>
            </a:lvl1pPr>
            <a:lvl2pPr>
              <a:defRPr sz="1575" b="0">
                <a:solidFill>
                  <a:srgbClr val="526570"/>
                </a:solidFill>
                <a:latin typeface="Arial"/>
                <a:ea typeface="Arial"/>
                <a:cs typeface="Arial"/>
              </a:defRPr>
            </a:lvl2pPr>
            <a:lvl3pPr>
              <a:defRPr sz="1575" b="0">
                <a:solidFill>
                  <a:srgbClr val="526570"/>
                </a:solidFill>
                <a:latin typeface="Arial"/>
                <a:ea typeface="Arial"/>
                <a:cs typeface="Arial"/>
              </a:defRPr>
            </a:lvl3pPr>
            <a:lvl4pPr>
              <a:defRPr sz="1575" b="0">
                <a:solidFill>
                  <a:srgbClr val="526570"/>
                </a:solidFill>
                <a:latin typeface="Arial"/>
                <a:ea typeface="Arial"/>
                <a:cs typeface="Arial"/>
              </a:defRPr>
            </a:lvl4pPr>
            <a:lvl5pPr>
              <a:defRPr sz="1575" b="0">
                <a:solidFill>
                  <a:srgbClr val="526570"/>
                </a:solidFill>
                <a:latin typeface="Arial"/>
                <a:ea typeface="Arial"/>
                <a:cs typeface="Arial"/>
              </a:defRPr>
            </a:lvl5pPr>
            <a:lvl6pPr>
              <a:defRPr sz="1575" b="0">
                <a:solidFill>
                  <a:srgbClr val="526570"/>
                </a:solidFill>
                <a:latin typeface="Arial"/>
                <a:ea typeface="Arial"/>
                <a:cs typeface="Arial"/>
              </a:defRPr>
            </a:lvl6pPr>
            <a:lvl7pPr>
              <a:defRPr sz="1575" b="0">
                <a:solidFill>
                  <a:srgbClr val="526570"/>
                </a:solidFill>
                <a:latin typeface="Arial"/>
                <a:ea typeface="Arial"/>
                <a:cs typeface="Arial"/>
              </a:defRPr>
            </a:lvl7pPr>
            <a:lvl8pPr>
              <a:defRPr sz="1575" b="0">
                <a:solidFill>
                  <a:srgbClr val="526570"/>
                </a:solidFill>
                <a:latin typeface="Arial"/>
                <a:ea typeface="Arial"/>
                <a:cs typeface="Arial"/>
              </a:defRPr>
            </a:lvl8pPr>
            <a:lvl9pPr>
              <a:defRPr sz="1575" b="0">
                <a:solidFill>
                  <a:srgbClr val="526570"/>
                </a:solidFill>
                <a:latin typeface="Arial"/>
                <a:ea typeface="Arial"/>
                <a:cs typeface="Arial"/>
              </a:defRPr>
            </a:lvl9pPr>
          </a:lstStyle>
          <a:p xmlns:a="http://schemas.openxmlformats.org/drawingml/2006/main">
            <a:pPr>
              <a:defRPr sz="1575" b="0">
                <a:solidFill>
                  <a:srgbClr val="526570"/>
                </a:solidFill>
                <a:latin typeface="Arial"/>
                <a:ea typeface="Arial"/>
                <a:cs typeface="Arial"/>
              </a:defRPr>
            </a:pPr>
            <a:r>
              <a:rPr sz="1575" b="0">
                <a:solidFill>
                  <a:srgbClr val="526570"/>
                </a:solidFill>
                <a:latin typeface="Arial"/>
                <a:ea typeface="Arial"/>
                <a:cs typeface="Arial"/>
              </a:rPr>
              <a:t>Medium population in 2050</a:t>
            </a:r>
          </a:p>
        </p:txBody>
      </p:sp>
      <p:sp>
        <p:nvSpPr>
          <p:cNvPr id="9" name="">
            <a:extLst xmlns:a="http://schemas.openxmlformats.org/drawingml/2006/main">
              <a:ext uri="{FF2B5EF4-FFF2-40B4-BE49-F238E27FC236}">
                <a16:creationId xmlns:a16="http://schemas.microsoft.com/office/drawing/2014/main" id="{55275389-E5DC-46F8-9AFD-B4F504BA3A87}"/>
              </a:ext>
            </a:extLst>
          </p:cNvPr>
          <p:cNvSpPr>
            <a:spLocks xmlns:a="http://schemas.openxmlformats.org/drawingml/2006/main" noGrp="1"/>
          </p:cNvSpPr>
          <p:nvPr/>
        </p:nvSpPr>
        <p:spPr>
          <a:xfrm xmlns:a="http://schemas.openxmlformats.org/drawingml/2006/main">
            <a:off x="8810625" y="34766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172C38"/>
                </a:solidFill>
                <a:latin typeface="Arial"/>
                <a:ea typeface="Arial"/>
                <a:cs typeface="Arial"/>
              </a:defRPr>
            </a:defPPr>
            <a:lvl1pPr>
              <a:defRPr sz="2550" b="1">
                <a:solidFill>
                  <a:srgbClr val="172C38"/>
                </a:solidFill>
                <a:latin typeface="Arial"/>
                <a:ea typeface="Arial"/>
                <a:cs typeface="Arial"/>
              </a:defRPr>
            </a:lvl1pPr>
            <a:lvl2pPr>
              <a:defRPr sz="2550" b="1">
                <a:solidFill>
                  <a:srgbClr val="172C38"/>
                </a:solidFill>
                <a:latin typeface="Arial"/>
                <a:ea typeface="Arial"/>
                <a:cs typeface="Arial"/>
              </a:defRPr>
            </a:lvl2pPr>
            <a:lvl3pPr>
              <a:defRPr sz="2550" b="1">
                <a:solidFill>
                  <a:srgbClr val="172C38"/>
                </a:solidFill>
                <a:latin typeface="Arial"/>
                <a:ea typeface="Arial"/>
                <a:cs typeface="Arial"/>
              </a:defRPr>
            </a:lvl3pPr>
            <a:lvl4pPr>
              <a:defRPr sz="2550" b="1">
                <a:solidFill>
                  <a:srgbClr val="172C38"/>
                </a:solidFill>
                <a:latin typeface="Arial"/>
                <a:ea typeface="Arial"/>
                <a:cs typeface="Arial"/>
              </a:defRPr>
            </a:lvl4pPr>
            <a:lvl5pPr>
              <a:defRPr sz="2550" b="1">
                <a:solidFill>
                  <a:srgbClr val="172C38"/>
                </a:solidFill>
                <a:latin typeface="Arial"/>
                <a:ea typeface="Arial"/>
                <a:cs typeface="Arial"/>
              </a:defRPr>
            </a:lvl5pPr>
            <a:lvl6pPr>
              <a:defRPr sz="2550" b="1">
                <a:solidFill>
                  <a:srgbClr val="172C38"/>
                </a:solidFill>
                <a:latin typeface="Arial"/>
                <a:ea typeface="Arial"/>
                <a:cs typeface="Arial"/>
              </a:defRPr>
            </a:lvl6pPr>
            <a:lvl7pPr>
              <a:defRPr sz="2550" b="1">
                <a:solidFill>
                  <a:srgbClr val="172C38"/>
                </a:solidFill>
                <a:latin typeface="Arial"/>
                <a:ea typeface="Arial"/>
                <a:cs typeface="Arial"/>
              </a:defRPr>
            </a:lvl7pPr>
            <a:lvl8pPr>
              <a:defRPr sz="2550" b="1">
                <a:solidFill>
                  <a:srgbClr val="172C38"/>
                </a:solidFill>
                <a:latin typeface="Arial"/>
                <a:ea typeface="Arial"/>
                <a:cs typeface="Arial"/>
              </a:defRPr>
            </a:lvl8pPr>
            <a:lvl9pPr>
              <a:defRPr sz="2550" b="1">
                <a:solidFill>
                  <a:srgbClr val="172C38"/>
                </a:solidFill>
                <a:latin typeface="Arial"/>
                <a:ea typeface="Arial"/>
                <a:cs typeface="Arial"/>
              </a:defRPr>
            </a:lvl9pPr>
          </a:lstStyle>
          <a:p xmlns:a="http://schemas.openxmlformats.org/drawingml/2006/main">
            <a:pPr>
              <a:defRPr sz="2550" b="1">
                <a:solidFill>
                  <a:srgbClr val="172C38"/>
                </a:solidFill>
                <a:latin typeface="Arial"/>
                <a:ea typeface="Arial"/>
                <a:cs typeface="Arial"/>
              </a:defRPr>
            </a:pPr>
            <a:r>
              <a:rPr sz="2550" b="1">
                <a:solidFill>
                  <a:srgbClr val="172C38"/>
                </a:solidFill>
                <a:latin typeface="Arial"/>
                <a:ea typeface="Arial"/>
                <a:cs typeface="Arial"/>
              </a:rPr>
              <a:t>74.57–107.92</a:t>
            </a:r>
          </a:p>
        </p:txBody>
      </p:sp>
      <p:sp>
        <p:nvSpPr>
          <p:cNvPr id="10" name="">
            <a:extLst xmlns:a="http://schemas.openxmlformats.org/drawingml/2006/main">
              <a:ext uri="{FF2B5EF4-FFF2-40B4-BE49-F238E27FC236}">
                <a16:creationId xmlns:a16="http://schemas.microsoft.com/office/drawing/2014/main" id="{15D06053-C196-4754-A52A-5318EC03E54A}"/>
              </a:ext>
            </a:extLst>
          </p:cNvPr>
          <p:cNvSpPr>
            <a:spLocks xmlns:a="http://schemas.openxmlformats.org/drawingml/2006/main" noGrp="1"/>
          </p:cNvSpPr>
          <p:nvPr/>
        </p:nvSpPr>
        <p:spPr>
          <a:xfrm xmlns:a="http://schemas.openxmlformats.org/drawingml/2006/main">
            <a:off x="8810625" y="412432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26570"/>
                </a:solidFill>
                <a:latin typeface="Arial"/>
                <a:ea typeface="Arial"/>
                <a:cs typeface="Arial"/>
              </a:defRPr>
            </a:defPPr>
            <a:lvl1pPr>
              <a:defRPr sz="1575" b="0">
                <a:solidFill>
                  <a:srgbClr val="526570"/>
                </a:solidFill>
                <a:latin typeface="Arial"/>
                <a:ea typeface="Arial"/>
                <a:cs typeface="Arial"/>
              </a:defRPr>
            </a:lvl1pPr>
            <a:lvl2pPr>
              <a:defRPr sz="1575" b="0">
                <a:solidFill>
                  <a:srgbClr val="526570"/>
                </a:solidFill>
                <a:latin typeface="Arial"/>
                <a:ea typeface="Arial"/>
                <a:cs typeface="Arial"/>
              </a:defRPr>
            </a:lvl2pPr>
            <a:lvl3pPr>
              <a:defRPr sz="1575" b="0">
                <a:solidFill>
                  <a:srgbClr val="526570"/>
                </a:solidFill>
                <a:latin typeface="Arial"/>
                <a:ea typeface="Arial"/>
                <a:cs typeface="Arial"/>
              </a:defRPr>
            </a:lvl3pPr>
            <a:lvl4pPr>
              <a:defRPr sz="1575" b="0">
                <a:solidFill>
                  <a:srgbClr val="526570"/>
                </a:solidFill>
                <a:latin typeface="Arial"/>
                <a:ea typeface="Arial"/>
                <a:cs typeface="Arial"/>
              </a:defRPr>
            </a:lvl4pPr>
            <a:lvl5pPr>
              <a:defRPr sz="1575" b="0">
                <a:solidFill>
                  <a:srgbClr val="526570"/>
                </a:solidFill>
                <a:latin typeface="Arial"/>
                <a:ea typeface="Arial"/>
                <a:cs typeface="Arial"/>
              </a:defRPr>
            </a:lvl5pPr>
            <a:lvl6pPr>
              <a:defRPr sz="1575" b="0">
                <a:solidFill>
                  <a:srgbClr val="526570"/>
                </a:solidFill>
                <a:latin typeface="Arial"/>
                <a:ea typeface="Arial"/>
                <a:cs typeface="Arial"/>
              </a:defRPr>
            </a:lvl6pPr>
            <a:lvl7pPr>
              <a:defRPr sz="1575" b="0">
                <a:solidFill>
                  <a:srgbClr val="526570"/>
                </a:solidFill>
                <a:latin typeface="Arial"/>
                <a:ea typeface="Arial"/>
                <a:cs typeface="Arial"/>
              </a:defRPr>
            </a:lvl7pPr>
            <a:lvl8pPr>
              <a:defRPr sz="1575" b="0">
                <a:solidFill>
                  <a:srgbClr val="526570"/>
                </a:solidFill>
                <a:latin typeface="Arial"/>
                <a:ea typeface="Arial"/>
                <a:cs typeface="Arial"/>
              </a:defRPr>
            </a:lvl8pPr>
            <a:lvl9pPr>
              <a:defRPr sz="1575" b="0">
                <a:solidFill>
                  <a:srgbClr val="526570"/>
                </a:solidFill>
                <a:latin typeface="Arial"/>
                <a:ea typeface="Arial"/>
                <a:cs typeface="Arial"/>
              </a:defRPr>
            </a:lvl9pPr>
          </a:lstStyle>
          <a:p xmlns:a="http://schemas.openxmlformats.org/drawingml/2006/main">
            <a:pPr>
              <a:defRPr sz="1575" b="0">
                <a:solidFill>
                  <a:srgbClr val="526570"/>
                </a:solidFill>
                <a:latin typeface="Arial"/>
                <a:ea typeface="Arial"/>
                <a:cs typeface="Arial"/>
              </a:defRPr>
            </a:pPr>
            <a:r>
              <a:rPr sz="1575" b="0">
                <a:solidFill>
                  <a:srgbClr val="526570"/>
                </a:solidFill>
                <a:latin typeface="Arial"/>
                <a:ea typeface="Arial"/>
                <a:cs typeface="Arial"/>
              </a:rPr>
              <a:t>UN 95% prediction interval</a:t>
            </a:r>
          </a:p>
          <a:p xmlns:a="http://schemas.openxmlformats.org/drawingml/2006/main">
            <a:pPr>
              <a:defRPr sz="1575" b="0">
                <a:solidFill>
                  <a:srgbClr val="526570"/>
                </a:solidFill>
                <a:latin typeface="Arial"/>
                <a:ea typeface="Arial"/>
                <a:cs typeface="Arial"/>
              </a:defRPr>
            </a:pPr>
            <a:r>
              <a:rPr sz="1575" b="0">
                <a:solidFill>
                  <a:srgbClr val="526570"/>
                </a:solidFill>
                <a:latin typeface="Arial"/>
                <a:ea typeface="Arial"/>
                <a:cs typeface="Arial"/>
              </a:rPr>
              <a:t>The baseline is 87.37 million.</a:t>
            </a:r>
          </a:p>
        </p:txBody>
      </p:sp>
      <p:sp>
        <p:nvSpPr>
          <p:cNvPr id="11" name="">
            <a:extLst xmlns:a="http://schemas.openxmlformats.org/drawingml/2006/main">
              <a:ext uri="{FF2B5EF4-FFF2-40B4-BE49-F238E27FC236}">
                <a16:creationId xmlns:a16="http://schemas.microsoft.com/office/drawing/2014/main" id="{DDDB8990-B0EE-4974-99ED-3C04856956F8}"/>
              </a:ext>
            </a:extLst>
          </p:cNvPr>
          <p:cNvSpPr>
            <a:spLocks xmlns:a="http://schemas.openxmlformats.org/drawingml/2006/main" noGrp="1"/>
          </p:cNvSpPr>
          <p:nvPr/>
        </p:nvSpPr>
        <p:spPr>
          <a:xfrm xmlns:a="http://schemas.openxmlformats.org/drawingml/2006/main">
            <a:off x="8810625" y="531495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1">
                <a:solidFill>
                  <a:srgbClr val="D56E42"/>
                </a:solidFill>
                <a:latin typeface="Arial"/>
                <a:ea typeface="Arial"/>
                <a:cs typeface="Arial"/>
              </a:defRPr>
            </a:defPPr>
            <a:lvl1pPr>
              <a:defRPr sz="1650" b="1">
                <a:solidFill>
                  <a:srgbClr val="D56E42"/>
                </a:solidFill>
                <a:latin typeface="Arial"/>
                <a:ea typeface="Arial"/>
                <a:cs typeface="Arial"/>
              </a:defRPr>
            </a:lvl1pPr>
            <a:lvl2pPr>
              <a:defRPr sz="1650" b="1">
                <a:solidFill>
                  <a:srgbClr val="D56E42"/>
                </a:solidFill>
                <a:latin typeface="Arial"/>
                <a:ea typeface="Arial"/>
                <a:cs typeface="Arial"/>
              </a:defRPr>
            </a:lvl2pPr>
            <a:lvl3pPr>
              <a:defRPr sz="1650" b="1">
                <a:solidFill>
                  <a:srgbClr val="D56E42"/>
                </a:solidFill>
                <a:latin typeface="Arial"/>
                <a:ea typeface="Arial"/>
                <a:cs typeface="Arial"/>
              </a:defRPr>
            </a:lvl3pPr>
            <a:lvl4pPr>
              <a:defRPr sz="1650" b="1">
                <a:solidFill>
                  <a:srgbClr val="D56E42"/>
                </a:solidFill>
                <a:latin typeface="Arial"/>
                <a:ea typeface="Arial"/>
                <a:cs typeface="Arial"/>
              </a:defRPr>
            </a:lvl4pPr>
            <a:lvl5pPr>
              <a:defRPr sz="1650" b="1">
                <a:solidFill>
                  <a:srgbClr val="D56E42"/>
                </a:solidFill>
                <a:latin typeface="Arial"/>
                <a:ea typeface="Arial"/>
                <a:cs typeface="Arial"/>
              </a:defRPr>
            </a:lvl5pPr>
            <a:lvl6pPr>
              <a:defRPr sz="1650" b="1">
                <a:solidFill>
                  <a:srgbClr val="D56E42"/>
                </a:solidFill>
                <a:latin typeface="Arial"/>
                <a:ea typeface="Arial"/>
                <a:cs typeface="Arial"/>
              </a:defRPr>
            </a:lvl6pPr>
            <a:lvl7pPr>
              <a:defRPr sz="1650" b="1">
                <a:solidFill>
                  <a:srgbClr val="D56E42"/>
                </a:solidFill>
                <a:latin typeface="Arial"/>
                <a:ea typeface="Arial"/>
                <a:cs typeface="Arial"/>
              </a:defRPr>
            </a:lvl7pPr>
            <a:lvl8pPr>
              <a:defRPr sz="1650" b="1">
                <a:solidFill>
                  <a:srgbClr val="D56E42"/>
                </a:solidFill>
                <a:latin typeface="Arial"/>
                <a:ea typeface="Arial"/>
                <a:cs typeface="Arial"/>
              </a:defRPr>
            </a:lvl8pPr>
            <a:lvl9pPr>
              <a:defRPr sz="1650" b="1">
                <a:solidFill>
                  <a:srgbClr val="D56E42"/>
                </a:solidFill>
                <a:latin typeface="Arial"/>
                <a:ea typeface="Arial"/>
                <a:cs typeface="Arial"/>
              </a:defRPr>
            </a:lvl9pPr>
          </a:lstStyle>
          <a:p xmlns:a="http://schemas.openxmlformats.org/drawingml/2006/main">
            <a:pPr>
              <a:defRPr sz="1650" b="1">
                <a:solidFill>
                  <a:srgbClr val="D56E42"/>
                </a:solidFill>
                <a:latin typeface="Arial"/>
                <a:ea typeface="Arial"/>
                <a:cs typeface="Arial"/>
              </a:defRPr>
            </a:pPr>
            <a:r>
              <a:rPr sz="1650" b="1">
                <a:solidFill>
                  <a:srgbClr val="D56E42"/>
                </a:solidFill>
                <a:latin typeface="Arial"/>
                <a:ea typeface="Arial"/>
                <a:cs typeface="Arial"/>
              </a:rPr>
              <a:t>Positive momentum can</a:t>
            </a:r>
          </a:p>
          <a:p xmlns:a="http://schemas.openxmlformats.org/drawingml/2006/main">
            <a:pPr>
              <a:defRPr sz="1650" b="1">
                <a:solidFill>
                  <a:srgbClr val="D56E42"/>
                </a:solidFill>
                <a:latin typeface="Arial"/>
                <a:ea typeface="Arial"/>
                <a:cs typeface="Arial"/>
              </a:defRPr>
            </a:pPr>
            <a:r>
              <a:rPr sz="1650" b="1">
                <a:solidFill>
                  <a:srgbClr val="D56E42"/>
                </a:solidFill>
                <a:latin typeface="Arial"/>
                <a:ea typeface="Arial"/>
                <a:cs typeface="Arial"/>
              </a:rPr>
              <a:t>coexist with later decline.</a:t>
            </a:r>
          </a:p>
        </p:txBody>
      </p:sp>
    </p:spTree>
    <p:extLst>
      <p:ext uri="{BB962C8B-B14F-4D97-AF65-F5344CB8AC3E}">
        <p14:creationId xmlns:p14="http://schemas.microsoft.com/office/powerpoint/2010/main" val="605760201"/>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E203ECB-E2F1-4EF3-B71D-C15C2F2EAABC}"/>
              </a:ext>
            </a:extLst>
          </p:cNvPr>
          <p:cNvSpPr>
            <a:spLocks xmlns:a="http://schemas.openxmlformats.org/drawingml/2006/main" noGrp="1"/>
          </p:cNvSpPr>
          <p:nvPr/>
        </p:nvSpPr>
        <p:spPr>
          <a:xfrm xmlns:a="http://schemas.openxmlformats.org/drawingml/2006/main">
            <a:off x="533400" y="4000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00" b="1">
                <a:solidFill>
                  <a:srgbClr val="172C38"/>
                </a:solidFill>
                <a:latin typeface="Arial"/>
                <a:ea typeface="Arial"/>
                <a:cs typeface="Arial"/>
              </a:defRPr>
            </a:defPPr>
            <a:lvl1pPr>
              <a:defRPr sz="2700" b="1">
                <a:solidFill>
                  <a:srgbClr val="172C38"/>
                </a:solidFill>
                <a:latin typeface="Arial"/>
                <a:ea typeface="Arial"/>
                <a:cs typeface="Arial"/>
              </a:defRPr>
            </a:lvl1pPr>
            <a:lvl2pPr>
              <a:defRPr sz="2700" b="1">
                <a:solidFill>
                  <a:srgbClr val="172C38"/>
                </a:solidFill>
                <a:latin typeface="Arial"/>
                <a:ea typeface="Arial"/>
                <a:cs typeface="Arial"/>
              </a:defRPr>
            </a:lvl2pPr>
            <a:lvl3pPr>
              <a:defRPr sz="2700" b="1">
                <a:solidFill>
                  <a:srgbClr val="172C38"/>
                </a:solidFill>
                <a:latin typeface="Arial"/>
                <a:ea typeface="Arial"/>
                <a:cs typeface="Arial"/>
              </a:defRPr>
            </a:lvl3pPr>
            <a:lvl4pPr>
              <a:defRPr sz="2700" b="1">
                <a:solidFill>
                  <a:srgbClr val="172C38"/>
                </a:solidFill>
                <a:latin typeface="Arial"/>
                <a:ea typeface="Arial"/>
                <a:cs typeface="Arial"/>
              </a:defRPr>
            </a:lvl4pPr>
            <a:lvl5pPr>
              <a:defRPr sz="2700" b="1">
                <a:solidFill>
                  <a:srgbClr val="172C38"/>
                </a:solidFill>
                <a:latin typeface="Arial"/>
                <a:ea typeface="Arial"/>
                <a:cs typeface="Arial"/>
              </a:defRPr>
            </a:lvl5pPr>
            <a:lvl6pPr>
              <a:defRPr sz="2700" b="1">
                <a:solidFill>
                  <a:srgbClr val="172C38"/>
                </a:solidFill>
                <a:latin typeface="Arial"/>
                <a:ea typeface="Arial"/>
                <a:cs typeface="Arial"/>
              </a:defRPr>
            </a:lvl6pPr>
            <a:lvl7pPr>
              <a:defRPr sz="2700" b="1">
                <a:solidFill>
                  <a:srgbClr val="172C38"/>
                </a:solidFill>
                <a:latin typeface="Arial"/>
                <a:ea typeface="Arial"/>
                <a:cs typeface="Arial"/>
              </a:defRPr>
            </a:lvl7pPr>
            <a:lvl8pPr>
              <a:defRPr sz="2700" b="1">
                <a:solidFill>
                  <a:srgbClr val="172C38"/>
                </a:solidFill>
                <a:latin typeface="Arial"/>
                <a:ea typeface="Arial"/>
                <a:cs typeface="Arial"/>
              </a:defRPr>
            </a:lvl8pPr>
            <a:lvl9pPr>
              <a:defRPr sz="2700" b="1">
                <a:solidFill>
                  <a:srgbClr val="172C38"/>
                </a:solidFill>
                <a:latin typeface="Arial"/>
                <a:ea typeface="Arial"/>
                <a:cs typeface="Arial"/>
              </a:defRPr>
            </a:lvl9pPr>
          </a:lstStyle>
          <a:p xmlns:a="http://schemas.openxmlformats.org/drawingml/2006/main">
            <a:pPr>
              <a:defRPr sz="2700" b="1">
                <a:solidFill>
                  <a:srgbClr val="172C38"/>
                </a:solidFill>
                <a:latin typeface="Arial"/>
                <a:ea typeface="Arial"/>
                <a:cs typeface="Arial"/>
              </a:defRPr>
            </a:pPr>
            <a:r>
              <a:rPr sz="2700" b="1">
                <a:solidFill>
                  <a:srgbClr val="172C38"/>
                </a:solidFill>
                <a:latin typeface="Arial"/>
                <a:ea typeface="Arial"/>
                <a:cs typeface="Arial"/>
              </a:rPr>
              <a:t>Most Medium growth cases remain uncertain</a:t>
            </a:r>
          </a:p>
        </p:txBody>
      </p:sp>
      <p:sp>
        <p:nvSpPr>
          <p:cNvPr id="2" name="">
            <a:extLst xmlns:a="http://schemas.openxmlformats.org/drawingml/2006/main">
              <a:ext uri="{FF2B5EF4-FFF2-40B4-BE49-F238E27FC236}">
                <a16:creationId xmlns:a16="http://schemas.microsoft.com/office/drawing/2014/main" id="{21CB2B0D-398D-4198-A7DC-A34CF2A8A469}"/>
              </a:ext>
            </a:extLst>
          </p:cNvPr>
          <p:cNvSpPr>
            <a:spLocks xmlns:a="http://schemas.openxmlformats.org/drawingml/2006/main" noGrp="1"/>
          </p:cNvSpPr>
          <p:nvPr/>
        </p:nvSpPr>
        <p:spPr>
          <a:xfrm xmlns:a="http://schemas.openxmlformats.org/drawingml/2006/main">
            <a:off x="533400" y="11430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26570"/>
                </a:solidFill>
                <a:latin typeface="Arial"/>
                <a:ea typeface="Arial"/>
                <a:cs typeface="Arial"/>
              </a:defRPr>
            </a:defPPr>
            <a:lvl1pPr>
              <a:defRPr sz="1425" b="0">
                <a:solidFill>
                  <a:srgbClr val="526570"/>
                </a:solidFill>
                <a:latin typeface="Arial"/>
                <a:ea typeface="Arial"/>
                <a:cs typeface="Arial"/>
              </a:defRPr>
            </a:lvl1pPr>
            <a:lvl2pPr>
              <a:defRPr sz="1425" b="0">
                <a:solidFill>
                  <a:srgbClr val="526570"/>
                </a:solidFill>
                <a:latin typeface="Arial"/>
                <a:ea typeface="Arial"/>
                <a:cs typeface="Arial"/>
              </a:defRPr>
            </a:lvl2pPr>
            <a:lvl3pPr>
              <a:defRPr sz="1425" b="0">
                <a:solidFill>
                  <a:srgbClr val="526570"/>
                </a:solidFill>
                <a:latin typeface="Arial"/>
                <a:ea typeface="Arial"/>
                <a:cs typeface="Arial"/>
              </a:defRPr>
            </a:lvl3pPr>
            <a:lvl4pPr>
              <a:defRPr sz="1425" b="0">
                <a:solidFill>
                  <a:srgbClr val="526570"/>
                </a:solidFill>
                <a:latin typeface="Arial"/>
                <a:ea typeface="Arial"/>
                <a:cs typeface="Arial"/>
              </a:defRPr>
            </a:lvl4pPr>
            <a:lvl5pPr>
              <a:defRPr sz="1425" b="0">
                <a:solidFill>
                  <a:srgbClr val="526570"/>
                </a:solidFill>
                <a:latin typeface="Arial"/>
                <a:ea typeface="Arial"/>
                <a:cs typeface="Arial"/>
              </a:defRPr>
            </a:lvl5pPr>
            <a:lvl6pPr>
              <a:defRPr sz="1425" b="0">
                <a:solidFill>
                  <a:srgbClr val="526570"/>
                </a:solidFill>
                <a:latin typeface="Arial"/>
                <a:ea typeface="Arial"/>
                <a:cs typeface="Arial"/>
              </a:defRPr>
            </a:lvl6pPr>
            <a:lvl7pPr>
              <a:defRPr sz="1425" b="0">
                <a:solidFill>
                  <a:srgbClr val="526570"/>
                </a:solidFill>
                <a:latin typeface="Arial"/>
                <a:ea typeface="Arial"/>
                <a:cs typeface="Arial"/>
              </a:defRPr>
            </a:lvl7pPr>
            <a:lvl8pPr>
              <a:defRPr sz="1425" b="0">
                <a:solidFill>
                  <a:srgbClr val="526570"/>
                </a:solidFill>
                <a:latin typeface="Arial"/>
                <a:ea typeface="Arial"/>
                <a:cs typeface="Arial"/>
              </a:defRPr>
            </a:lvl8pPr>
            <a:lvl9pPr>
              <a:defRPr sz="1425" b="0">
                <a:solidFill>
                  <a:srgbClr val="526570"/>
                </a:solidFill>
                <a:latin typeface="Arial"/>
                <a:ea typeface="Arial"/>
                <a:cs typeface="Arial"/>
              </a:defRPr>
            </a:lvl9pPr>
          </a:lstStyle>
          <a:p xmlns:a="http://schemas.openxmlformats.org/drawingml/2006/main">
            <a:pPr>
              <a:defRPr sz="1425" b="0">
                <a:solidFill>
                  <a:srgbClr val="526570"/>
                </a:solidFill>
                <a:latin typeface="Arial"/>
                <a:ea typeface="Arial"/>
                <a:cs typeface="Arial"/>
              </a:defRPr>
            </a:pPr>
            <a:r>
              <a:rPr sz="1425" b="0">
                <a:solidFill>
                  <a:srgbClr val="526570"/>
                </a:solidFill>
                <a:latin typeface="Arial"/>
                <a:ea typeface="Arial"/>
                <a:cs typeface="Arial"/>
              </a:rPr>
              <a:t>Among the 64 low-fertility countries and areas that grow in the Medium projection</a:t>
            </a:r>
          </a:p>
        </p:txBody>
      </p:sp>
      <p:sp>
        <p:nvSpPr>
          <p:cNvPr id="3" name="">
            <a:extLst xmlns:a="http://schemas.openxmlformats.org/drawingml/2006/main">
              <a:ext uri="{FF2B5EF4-FFF2-40B4-BE49-F238E27FC236}">
                <a16:creationId xmlns:a16="http://schemas.microsoft.com/office/drawing/2014/main" id="{C78420B7-394B-4A91-9F7B-4FEF68D8FBB3}"/>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FE5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C5095D-FC4B-4A0A-A8B2-41C437CF2BDA}"/>
              </a:ext>
            </a:extLst>
          </p:cNvPr>
          <p:cNvSpPr>
            <a:spLocks xmlns:a="http://schemas.openxmlformats.org/drawingml/2006/main" noGrp="1"/>
          </p:cNvSpPr>
          <p:nvPr/>
        </p:nvSpPr>
        <p:spPr>
          <a:xfrm xmlns:a="http://schemas.openxmlformats.org/drawingml/2006/main">
            <a:off x="533400" y="65055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00" b="0">
                <a:solidFill>
                  <a:srgbClr val="526570"/>
                </a:solidFill>
                <a:latin typeface="Arial"/>
                <a:ea typeface="Arial"/>
                <a:cs typeface="Arial"/>
              </a:defRPr>
            </a:defPPr>
            <a:lvl1pPr>
              <a:defRPr sz="900" b="0">
                <a:solidFill>
                  <a:srgbClr val="526570"/>
                </a:solidFill>
                <a:latin typeface="Arial"/>
                <a:ea typeface="Arial"/>
                <a:cs typeface="Arial"/>
              </a:defRPr>
            </a:lvl1pPr>
            <a:lvl2pPr>
              <a:defRPr sz="900" b="0">
                <a:solidFill>
                  <a:srgbClr val="526570"/>
                </a:solidFill>
                <a:latin typeface="Arial"/>
                <a:ea typeface="Arial"/>
                <a:cs typeface="Arial"/>
              </a:defRPr>
            </a:lvl2pPr>
            <a:lvl3pPr>
              <a:defRPr sz="900" b="0">
                <a:solidFill>
                  <a:srgbClr val="526570"/>
                </a:solidFill>
                <a:latin typeface="Arial"/>
                <a:ea typeface="Arial"/>
                <a:cs typeface="Arial"/>
              </a:defRPr>
            </a:lvl3pPr>
            <a:lvl4pPr>
              <a:defRPr sz="900" b="0">
                <a:solidFill>
                  <a:srgbClr val="526570"/>
                </a:solidFill>
                <a:latin typeface="Arial"/>
                <a:ea typeface="Arial"/>
                <a:cs typeface="Arial"/>
              </a:defRPr>
            </a:lvl4pPr>
            <a:lvl5pPr>
              <a:defRPr sz="900" b="0">
                <a:solidFill>
                  <a:srgbClr val="526570"/>
                </a:solidFill>
                <a:latin typeface="Arial"/>
                <a:ea typeface="Arial"/>
                <a:cs typeface="Arial"/>
              </a:defRPr>
            </a:lvl5pPr>
            <a:lvl6pPr>
              <a:defRPr sz="900" b="0">
                <a:solidFill>
                  <a:srgbClr val="526570"/>
                </a:solidFill>
                <a:latin typeface="Arial"/>
                <a:ea typeface="Arial"/>
                <a:cs typeface="Arial"/>
              </a:defRPr>
            </a:lvl6pPr>
            <a:lvl7pPr>
              <a:defRPr sz="900" b="0">
                <a:solidFill>
                  <a:srgbClr val="526570"/>
                </a:solidFill>
                <a:latin typeface="Arial"/>
                <a:ea typeface="Arial"/>
                <a:cs typeface="Arial"/>
              </a:defRPr>
            </a:lvl7pPr>
            <a:lvl8pPr>
              <a:defRPr sz="900" b="0">
                <a:solidFill>
                  <a:srgbClr val="526570"/>
                </a:solidFill>
                <a:latin typeface="Arial"/>
                <a:ea typeface="Arial"/>
                <a:cs typeface="Arial"/>
              </a:defRPr>
            </a:lvl8pPr>
            <a:lvl9pPr>
              <a:defRPr sz="900" b="0">
                <a:solidFill>
                  <a:srgbClr val="526570"/>
                </a:solidFill>
                <a:latin typeface="Arial"/>
                <a:ea typeface="Arial"/>
                <a:cs typeface="Arial"/>
              </a:defRPr>
            </a:lvl9pPr>
          </a:lstStyle>
          <a:p xmlns:a="http://schemas.openxmlformats.org/drawingml/2006/main">
            <a:pPr>
              <a:defRPr sz="900" b="0">
                <a:solidFill>
                  <a:srgbClr val="526570"/>
                </a:solidFill>
                <a:latin typeface="Arial"/>
                <a:ea typeface="Arial"/>
                <a:cs typeface="Arial"/>
              </a:defRPr>
            </a:pPr>
            <a:r>
              <a:rPr sz="900" b="0">
                <a:solidFill>
                  <a:srgbClr val="526570"/>
                </a:solidFill>
                <a:latin typeface="Arial"/>
                <a:ea typeface="Arial"/>
                <a:cs typeface="Arial"/>
              </a:rPr>
              <a:t>UN World Population Prospects 2024. Estimates through 2023. Projections from 2024.</a:t>
            </a:r>
          </a:p>
        </p:txBody>
      </p:sp>
      <p:sp>
        <p:nvSpPr>
          <p:cNvPr id="5" name="">
            <a:extLst xmlns:a="http://schemas.openxmlformats.org/drawingml/2006/main">
              <a:ext uri="{FF2B5EF4-FFF2-40B4-BE49-F238E27FC236}">
                <a16:creationId xmlns:a16="http://schemas.microsoft.com/office/drawing/2014/main" id="{5DCC79ED-C0E8-4288-9D75-B5FCC953FD71}"/>
              </a:ext>
            </a:extLst>
          </p:cNvPr>
          <p:cNvSpPr>
            <a:spLocks xmlns:a="http://schemas.openxmlformats.org/drawingml/2006/main" noGrp="1"/>
          </p:cNvSpPr>
          <p:nvPr/>
        </p:nvSpPr>
        <p:spPr>
          <a:xfrm xmlns:a="http://schemas.openxmlformats.org/drawingml/2006/main">
            <a:off x="11239500" y="64770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26570"/>
                </a:solidFill>
                <a:latin typeface="Arial"/>
                <a:ea typeface="Arial"/>
                <a:cs typeface="Arial"/>
              </a:defRPr>
            </a:defPPr>
            <a:lvl1pPr>
              <a:defRPr sz="1125" b="0">
                <a:solidFill>
                  <a:srgbClr val="526570"/>
                </a:solidFill>
                <a:latin typeface="Arial"/>
                <a:ea typeface="Arial"/>
                <a:cs typeface="Arial"/>
              </a:defRPr>
            </a:lvl1pPr>
            <a:lvl2pPr>
              <a:defRPr sz="1125" b="0">
                <a:solidFill>
                  <a:srgbClr val="526570"/>
                </a:solidFill>
                <a:latin typeface="Arial"/>
                <a:ea typeface="Arial"/>
                <a:cs typeface="Arial"/>
              </a:defRPr>
            </a:lvl2pPr>
            <a:lvl3pPr>
              <a:defRPr sz="1125" b="0">
                <a:solidFill>
                  <a:srgbClr val="526570"/>
                </a:solidFill>
                <a:latin typeface="Arial"/>
                <a:ea typeface="Arial"/>
                <a:cs typeface="Arial"/>
              </a:defRPr>
            </a:lvl3pPr>
            <a:lvl4pPr>
              <a:defRPr sz="1125" b="0">
                <a:solidFill>
                  <a:srgbClr val="526570"/>
                </a:solidFill>
                <a:latin typeface="Arial"/>
                <a:ea typeface="Arial"/>
                <a:cs typeface="Arial"/>
              </a:defRPr>
            </a:lvl4pPr>
            <a:lvl5pPr>
              <a:defRPr sz="1125" b="0">
                <a:solidFill>
                  <a:srgbClr val="526570"/>
                </a:solidFill>
                <a:latin typeface="Arial"/>
                <a:ea typeface="Arial"/>
                <a:cs typeface="Arial"/>
              </a:defRPr>
            </a:lvl5pPr>
            <a:lvl6pPr>
              <a:defRPr sz="1125" b="0">
                <a:solidFill>
                  <a:srgbClr val="526570"/>
                </a:solidFill>
                <a:latin typeface="Arial"/>
                <a:ea typeface="Arial"/>
                <a:cs typeface="Arial"/>
              </a:defRPr>
            </a:lvl6pPr>
            <a:lvl7pPr>
              <a:defRPr sz="1125" b="0">
                <a:solidFill>
                  <a:srgbClr val="526570"/>
                </a:solidFill>
                <a:latin typeface="Arial"/>
                <a:ea typeface="Arial"/>
                <a:cs typeface="Arial"/>
              </a:defRPr>
            </a:lvl7pPr>
            <a:lvl8pPr>
              <a:defRPr sz="1125" b="0">
                <a:solidFill>
                  <a:srgbClr val="526570"/>
                </a:solidFill>
                <a:latin typeface="Arial"/>
                <a:ea typeface="Arial"/>
                <a:cs typeface="Arial"/>
              </a:defRPr>
            </a:lvl8pPr>
            <a:lvl9pPr>
              <a:defRPr sz="1125" b="0">
                <a:solidFill>
                  <a:srgbClr val="526570"/>
                </a:solidFill>
                <a:latin typeface="Arial"/>
                <a:ea typeface="Arial"/>
                <a:cs typeface="Arial"/>
              </a:defRPr>
            </a:lvl9pPr>
          </a:lstStyle>
          <a:p xmlns:a="http://schemas.openxmlformats.org/drawingml/2006/main">
            <a:pPr>
              <a:defRPr sz="1125" b="0">
                <a:solidFill>
                  <a:srgbClr val="526570"/>
                </a:solidFill>
                <a:latin typeface="Arial"/>
                <a:ea typeface="Arial"/>
                <a:cs typeface="Arial"/>
              </a:defRPr>
            </a:pPr>
            <a:r>
              <a:rPr sz="1125" b="0">
                <a:solidFill>
                  <a:srgbClr val="526570"/>
                </a:solidFill>
                <a:latin typeface="Arial"/>
                <a:ea typeface="Arial"/>
                <a:cs typeface="Arial"/>
              </a:rPr>
              <a:t>4</a:t>
            </a:r>
          </a:p>
        </p:txBody>
      </p:sp>
      <p:graphicFrame>
        <p:nvGraphicFramePr>
          <p:cNvPr id="6" name="Chart">
            <a:extLst xmlns:a="http://schemas.openxmlformats.org/drawingml/2006/main">
              <a:ext uri="{FF2B5EF4-FFF2-40B4-BE49-F238E27FC236}">
                <a16:creationId xmlns:a16="http://schemas.microsoft.com/office/drawing/2014/main" id="{FFE6599A-03E8-4596-8130-57AA5C1746FE}"/>
              </a:ext>
            </a:extLst>
          </p:cNvPr>
          <p:cNvGraphicFramePr/>
          <p:nvPr/>
        </p:nvGraphicFramePr>
        <p:xfrm>
          <a:off xmlns:a="http://schemas.openxmlformats.org/drawingml/2006/main" x="457200" y="1733550"/>
          <a:ext xmlns:a="http://schemas.openxmlformats.org/drawingml/2006/main" cx="6667500" cy="2619375"/>
        </p:xfrm>
        <a:graphic xmlns:a="http://schemas.openxmlformats.org/drawingml/2006/main">
          <a:graphicData uri="http://schemas.openxmlformats.org/drawingml/2006/chart">
            <c:chart xmlns:r="http://schemas.openxmlformats.org/officeDocument/2006/relationships" xmlns:c="http://schemas.openxmlformats.org/drawingml/2006/chart" r:id="R7f4063e447814d68"/>
          </a:graphicData>
        </a:graphic>
      </p:graphicFrame>
      <p:sp>
        <p:nvSpPr>
          <p:cNvPr id="7" name="">
            <a:extLst xmlns:a="http://schemas.openxmlformats.org/drawingml/2006/main">
              <a:ext uri="{FF2B5EF4-FFF2-40B4-BE49-F238E27FC236}">
                <a16:creationId xmlns:a16="http://schemas.microsoft.com/office/drawing/2014/main" id="{43B4C699-8503-48CF-8813-739640579472}"/>
              </a:ext>
            </a:extLst>
          </p:cNvPr>
          <p:cNvSpPr>
            <a:spLocks xmlns:a="http://schemas.openxmlformats.org/drawingml/2006/main" noGrp="1"/>
          </p:cNvSpPr>
          <p:nvPr/>
        </p:nvSpPr>
        <p:spPr>
          <a:xfrm xmlns:a="http://schemas.openxmlformats.org/drawingml/2006/main">
            <a:off x="7677150" y="18097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172C38"/>
                </a:solidFill>
                <a:latin typeface="Arial"/>
                <a:ea typeface="Arial"/>
                <a:cs typeface="Arial"/>
              </a:defRPr>
            </a:defPPr>
            <a:lvl1pPr>
              <a:defRPr sz="1875" b="1">
                <a:solidFill>
                  <a:srgbClr val="172C38"/>
                </a:solidFill>
                <a:latin typeface="Arial"/>
                <a:ea typeface="Arial"/>
                <a:cs typeface="Arial"/>
              </a:defRPr>
            </a:lvl1pPr>
            <a:lvl2pPr>
              <a:defRPr sz="1875" b="1">
                <a:solidFill>
                  <a:srgbClr val="172C38"/>
                </a:solidFill>
                <a:latin typeface="Arial"/>
                <a:ea typeface="Arial"/>
                <a:cs typeface="Arial"/>
              </a:defRPr>
            </a:lvl2pPr>
            <a:lvl3pPr>
              <a:defRPr sz="1875" b="1">
                <a:solidFill>
                  <a:srgbClr val="172C38"/>
                </a:solidFill>
                <a:latin typeface="Arial"/>
                <a:ea typeface="Arial"/>
                <a:cs typeface="Arial"/>
              </a:defRPr>
            </a:lvl3pPr>
            <a:lvl4pPr>
              <a:defRPr sz="1875" b="1">
                <a:solidFill>
                  <a:srgbClr val="172C38"/>
                </a:solidFill>
                <a:latin typeface="Arial"/>
                <a:ea typeface="Arial"/>
                <a:cs typeface="Arial"/>
              </a:defRPr>
            </a:lvl4pPr>
            <a:lvl5pPr>
              <a:defRPr sz="1875" b="1">
                <a:solidFill>
                  <a:srgbClr val="172C38"/>
                </a:solidFill>
                <a:latin typeface="Arial"/>
                <a:ea typeface="Arial"/>
                <a:cs typeface="Arial"/>
              </a:defRPr>
            </a:lvl5pPr>
            <a:lvl6pPr>
              <a:defRPr sz="1875" b="1">
                <a:solidFill>
                  <a:srgbClr val="172C38"/>
                </a:solidFill>
                <a:latin typeface="Arial"/>
                <a:ea typeface="Arial"/>
                <a:cs typeface="Arial"/>
              </a:defRPr>
            </a:lvl6pPr>
            <a:lvl7pPr>
              <a:defRPr sz="1875" b="1">
                <a:solidFill>
                  <a:srgbClr val="172C38"/>
                </a:solidFill>
                <a:latin typeface="Arial"/>
                <a:ea typeface="Arial"/>
                <a:cs typeface="Arial"/>
              </a:defRPr>
            </a:lvl7pPr>
            <a:lvl8pPr>
              <a:defRPr sz="1875" b="1">
                <a:solidFill>
                  <a:srgbClr val="172C38"/>
                </a:solidFill>
                <a:latin typeface="Arial"/>
                <a:ea typeface="Arial"/>
                <a:cs typeface="Arial"/>
              </a:defRPr>
            </a:lvl8pPr>
            <a:lvl9pPr>
              <a:defRPr sz="1875" b="1">
                <a:solidFill>
                  <a:srgbClr val="172C38"/>
                </a:solidFill>
                <a:latin typeface="Arial"/>
                <a:ea typeface="Arial"/>
                <a:cs typeface="Arial"/>
              </a:defRPr>
            </a:lvl9pPr>
          </a:lstStyle>
          <a:p xmlns:a="http://schemas.openxmlformats.org/drawingml/2006/main">
            <a:pPr>
              <a:defRPr sz="1875" b="1">
                <a:solidFill>
                  <a:srgbClr val="172C38"/>
                </a:solidFill>
                <a:latin typeface="Arial"/>
                <a:ea typeface="Arial"/>
                <a:cs typeface="Arial"/>
              </a:defRPr>
            </a:pPr>
            <a:r>
              <a:rPr sz="1875" b="1">
                <a:solidFill>
                  <a:srgbClr val="172C38"/>
                </a:solidFill>
                <a:latin typeface="Arial"/>
                <a:ea typeface="Arial"/>
                <a:cs typeface="Arial"/>
              </a:rPr>
              <a:t>Sensitivity checks</a:t>
            </a:r>
          </a:p>
        </p:txBody>
      </p:sp>
      <p:sp>
        <p:nvSpPr>
          <p:cNvPr id="8" name="">
            <a:extLst xmlns:a="http://schemas.openxmlformats.org/drawingml/2006/main">
              <a:ext uri="{FF2B5EF4-FFF2-40B4-BE49-F238E27FC236}">
                <a16:creationId xmlns:a16="http://schemas.microsoft.com/office/drawing/2014/main" id="{FF1E5C6B-DD38-45AB-9DA2-5F92B8F1CFE7}"/>
              </a:ext>
            </a:extLst>
          </p:cNvPr>
          <p:cNvSpPr>
            <a:spLocks xmlns:a="http://schemas.openxmlformats.org/drawingml/2006/main" noGrp="1"/>
          </p:cNvSpPr>
          <p:nvPr/>
        </p:nvSpPr>
        <p:spPr>
          <a:xfrm xmlns:a="http://schemas.openxmlformats.org/drawingml/2006/main">
            <a:off x="7677150" y="2409825"/>
            <a:ext cx="3905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26570"/>
                </a:solidFill>
                <a:latin typeface="Arial"/>
                <a:ea typeface="Arial"/>
                <a:cs typeface="Arial"/>
              </a:defRPr>
            </a:defPPr>
            <a:lvl1pPr>
              <a:defRPr sz="1725" b="0">
                <a:solidFill>
                  <a:srgbClr val="526570"/>
                </a:solidFill>
                <a:latin typeface="Arial"/>
                <a:ea typeface="Arial"/>
                <a:cs typeface="Arial"/>
              </a:defRPr>
            </a:lvl1pPr>
            <a:lvl2pPr>
              <a:defRPr sz="1725" b="0">
                <a:solidFill>
                  <a:srgbClr val="526570"/>
                </a:solidFill>
                <a:latin typeface="Arial"/>
                <a:ea typeface="Arial"/>
                <a:cs typeface="Arial"/>
              </a:defRPr>
            </a:lvl2pPr>
            <a:lvl3pPr>
              <a:defRPr sz="1725" b="0">
                <a:solidFill>
                  <a:srgbClr val="526570"/>
                </a:solidFill>
                <a:latin typeface="Arial"/>
                <a:ea typeface="Arial"/>
                <a:cs typeface="Arial"/>
              </a:defRPr>
            </a:lvl3pPr>
            <a:lvl4pPr>
              <a:defRPr sz="1725" b="0">
                <a:solidFill>
                  <a:srgbClr val="526570"/>
                </a:solidFill>
                <a:latin typeface="Arial"/>
                <a:ea typeface="Arial"/>
                <a:cs typeface="Arial"/>
              </a:defRPr>
            </a:lvl4pPr>
            <a:lvl5pPr>
              <a:defRPr sz="1725" b="0">
                <a:solidFill>
                  <a:srgbClr val="526570"/>
                </a:solidFill>
                <a:latin typeface="Arial"/>
                <a:ea typeface="Arial"/>
                <a:cs typeface="Arial"/>
              </a:defRPr>
            </a:lvl5pPr>
            <a:lvl6pPr>
              <a:defRPr sz="1725" b="0">
                <a:solidFill>
                  <a:srgbClr val="526570"/>
                </a:solidFill>
                <a:latin typeface="Arial"/>
                <a:ea typeface="Arial"/>
                <a:cs typeface="Arial"/>
              </a:defRPr>
            </a:lvl6pPr>
            <a:lvl7pPr>
              <a:defRPr sz="1725" b="0">
                <a:solidFill>
                  <a:srgbClr val="526570"/>
                </a:solidFill>
                <a:latin typeface="Arial"/>
                <a:ea typeface="Arial"/>
                <a:cs typeface="Arial"/>
              </a:defRPr>
            </a:lvl7pPr>
            <a:lvl8pPr>
              <a:defRPr sz="1725" b="0">
                <a:solidFill>
                  <a:srgbClr val="526570"/>
                </a:solidFill>
                <a:latin typeface="Arial"/>
                <a:ea typeface="Arial"/>
                <a:cs typeface="Arial"/>
              </a:defRPr>
            </a:lvl8pPr>
            <a:lvl9pPr>
              <a:defRPr sz="1725" b="0">
                <a:solidFill>
                  <a:srgbClr val="526570"/>
                </a:solidFill>
                <a:latin typeface="Arial"/>
                <a:ea typeface="Arial"/>
                <a:cs typeface="Arial"/>
              </a:defRPr>
            </a:lvl9pPr>
          </a:lstStyle>
          <a:p xmlns:a="http://schemas.openxmlformats.org/drawingml/2006/main">
            <a:pPr>
              <a:defRPr sz="1725" b="0">
                <a:solidFill>
                  <a:srgbClr val="526570"/>
                </a:solidFill>
                <a:latin typeface="Arial"/>
                <a:ea typeface="Arial"/>
                <a:cs typeface="Arial"/>
              </a:defRPr>
            </a:pPr>
            <a:r>
              <a:rPr sz="1725" b="0">
                <a:solidFill>
                  <a:srgbClr val="526570"/>
                </a:solidFill>
                <a:latin typeface="Arial"/>
                <a:ea typeface="Arial"/>
                <a:cs typeface="Arial"/>
              </a:rPr>
              <a:t>39 / 81 grow with population ≥1 million</a:t>
            </a:r>
          </a:p>
          <a:p xmlns:a="http://schemas.openxmlformats.org/drawingml/2006/main">
            <a:pPr>
              <a:defRPr sz="1725" b="0">
                <a:solidFill>
                  <a:srgbClr val="526570"/>
                </a:solidFill>
                <a:latin typeface="Arial"/>
                <a:ea typeface="Arial"/>
                <a:cs typeface="Arial"/>
              </a:defRPr>
            </a:pPr>
            <a:r>
              <a:rPr sz="1725" b="0">
                <a:solidFill>
                  <a:srgbClr val="526570"/>
                </a:solidFill>
                <a:latin typeface="Arial"/>
                <a:ea typeface="Arial"/>
                <a:cs typeface="Arial"/>
              </a:rPr>
              <a:t>66 / 130 grow under NRR &lt; 1</a:t>
            </a:r>
          </a:p>
          <a:p xmlns:a="http://schemas.openxmlformats.org/drawingml/2006/main">
            <a:pPr>
              <a:defRPr sz="1725" b="0">
                <a:solidFill>
                  <a:srgbClr val="526570"/>
                </a:solidFill>
                <a:latin typeface="Arial"/>
                <a:ea typeface="Arial"/>
                <a:cs typeface="Arial"/>
              </a:defRPr>
            </a:pPr>
            <a:r>
              <a:rPr sz="1725" b="0">
                <a:solidFill>
                  <a:srgbClr val="526570"/>
                </a:solidFill>
                <a:latin typeface="Arial"/>
                <a:ea typeface="Arial"/>
                <a:cs typeface="Arial"/>
              </a:rPr>
              <a:t>28 / 130 grow by 2100 in the original cohort</a:t>
            </a:r>
          </a:p>
        </p:txBody>
      </p:sp>
      <p:sp>
        <p:nvSpPr>
          <p:cNvPr id="9" name="">
            <a:extLst xmlns:a="http://schemas.openxmlformats.org/drawingml/2006/main">
              <a:ext uri="{FF2B5EF4-FFF2-40B4-BE49-F238E27FC236}">
                <a16:creationId xmlns:a16="http://schemas.microsoft.com/office/drawing/2014/main" id="{2E7308DC-C746-44E7-B4A7-6DAD8DA0B4BC}"/>
              </a:ext>
            </a:extLst>
          </p:cNvPr>
          <p:cNvSpPr>
            <a:spLocks xmlns:a="http://schemas.openxmlformats.org/drawingml/2006/main" noGrp="1"/>
          </p:cNvSpPr>
          <p:nvPr/>
        </p:nvSpPr>
        <p:spPr>
          <a:xfrm xmlns:a="http://schemas.openxmlformats.org/drawingml/2006/main">
            <a:off x="533400" y="4543425"/>
            <a:ext cx="11125200" cy="19050"/>
          </a:xfrm>
          <a:prstGeom xmlns:a="http://schemas.openxmlformats.org/drawingml/2006/main" prst="rect">
            <a:avLst/>
          </a:prstGeom>
          <a:solidFill xmlns:a="http://schemas.openxmlformats.org/drawingml/2006/main">
            <a:srgbClr val="DFE5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3C8A7D-ADF8-44B2-9B12-8B37435DD923}"/>
              </a:ext>
            </a:extLst>
          </p:cNvPr>
          <p:cNvSpPr>
            <a:spLocks xmlns:a="http://schemas.openxmlformats.org/drawingml/2006/main" noGrp="1"/>
          </p:cNvSpPr>
          <p:nvPr/>
        </p:nvSpPr>
        <p:spPr>
          <a:xfrm xmlns:a="http://schemas.openxmlformats.org/drawingml/2006/main">
            <a:off x="533400" y="48101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172C38"/>
                </a:solidFill>
                <a:latin typeface="Arial"/>
                <a:ea typeface="Arial"/>
                <a:cs typeface="Arial"/>
              </a:defRPr>
            </a:defPPr>
            <a:lvl1pPr>
              <a:defRPr sz="1875" b="1">
                <a:solidFill>
                  <a:srgbClr val="172C38"/>
                </a:solidFill>
                <a:latin typeface="Arial"/>
                <a:ea typeface="Arial"/>
                <a:cs typeface="Arial"/>
              </a:defRPr>
            </a:lvl1pPr>
            <a:lvl2pPr>
              <a:defRPr sz="1875" b="1">
                <a:solidFill>
                  <a:srgbClr val="172C38"/>
                </a:solidFill>
                <a:latin typeface="Arial"/>
                <a:ea typeface="Arial"/>
                <a:cs typeface="Arial"/>
              </a:defRPr>
            </a:lvl2pPr>
            <a:lvl3pPr>
              <a:defRPr sz="1875" b="1">
                <a:solidFill>
                  <a:srgbClr val="172C38"/>
                </a:solidFill>
                <a:latin typeface="Arial"/>
                <a:ea typeface="Arial"/>
                <a:cs typeface="Arial"/>
              </a:defRPr>
            </a:lvl3pPr>
            <a:lvl4pPr>
              <a:defRPr sz="1875" b="1">
                <a:solidFill>
                  <a:srgbClr val="172C38"/>
                </a:solidFill>
                <a:latin typeface="Arial"/>
                <a:ea typeface="Arial"/>
                <a:cs typeface="Arial"/>
              </a:defRPr>
            </a:lvl4pPr>
            <a:lvl5pPr>
              <a:defRPr sz="1875" b="1">
                <a:solidFill>
                  <a:srgbClr val="172C38"/>
                </a:solidFill>
                <a:latin typeface="Arial"/>
                <a:ea typeface="Arial"/>
                <a:cs typeface="Arial"/>
              </a:defRPr>
            </a:lvl5pPr>
            <a:lvl6pPr>
              <a:defRPr sz="1875" b="1">
                <a:solidFill>
                  <a:srgbClr val="172C38"/>
                </a:solidFill>
                <a:latin typeface="Arial"/>
                <a:ea typeface="Arial"/>
                <a:cs typeface="Arial"/>
              </a:defRPr>
            </a:lvl6pPr>
            <a:lvl7pPr>
              <a:defRPr sz="1875" b="1">
                <a:solidFill>
                  <a:srgbClr val="172C38"/>
                </a:solidFill>
                <a:latin typeface="Arial"/>
                <a:ea typeface="Arial"/>
                <a:cs typeface="Arial"/>
              </a:defRPr>
            </a:lvl7pPr>
            <a:lvl8pPr>
              <a:defRPr sz="1875" b="1">
                <a:solidFill>
                  <a:srgbClr val="172C38"/>
                </a:solidFill>
                <a:latin typeface="Arial"/>
                <a:ea typeface="Arial"/>
                <a:cs typeface="Arial"/>
              </a:defRPr>
            </a:lvl8pPr>
            <a:lvl9pPr>
              <a:defRPr sz="1875" b="1">
                <a:solidFill>
                  <a:srgbClr val="172C38"/>
                </a:solidFill>
                <a:latin typeface="Arial"/>
                <a:ea typeface="Arial"/>
                <a:cs typeface="Arial"/>
              </a:defRPr>
            </a:lvl9pPr>
          </a:lstStyle>
          <a:p xmlns:a="http://schemas.openxmlformats.org/drawingml/2006/main">
            <a:pPr>
              <a:defRPr sz="1875" b="1">
                <a:solidFill>
                  <a:srgbClr val="172C38"/>
                </a:solidFill>
                <a:latin typeface="Arial"/>
                <a:ea typeface="Arial"/>
                <a:cs typeface="Arial"/>
              </a:defRPr>
            </a:pPr>
            <a:r>
              <a:rPr sz="1875" b="1">
                <a:solidFill>
                  <a:srgbClr val="172C38"/>
                </a:solidFill>
                <a:latin typeface="Arial"/>
                <a:ea typeface="Arial"/>
                <a:cs typeface="Arial"/>
              </a:rPr>
              <a:t>What the intervals can tell us</a:t>
            </a:r>
          </a:p>
        </p:txBody>
      </p:sp>
      <p:sp>
        <p:nvSpPr>
          <p:cNvPr id="11" name="">
            <a:extLst xmlns:a="http://schemas.openxmlformats.org/drawingml/2006/main">
              <a:ext uri="{FF2B5EF4-FFF2-40B4-BE49-F238E27FC236}">
                <a16:creationId xmlns:a16="http://schemas.microsoft.com/office/drawing/2014/main" id="{C8AE9336-F1AE-485D-952E-C496E24EE72C}"/>
              </a:ext>
            </a:extLst>
          </p:cNvPr>
          <p:cNvSpPr>
            <a:spLocks xmlns:a="http://schemas.openxmlformats.org/drawingml/2006/main" noGrp="1"/>
          </p:cNvSpPr>
          <p:nvPr/>
        </p:nvSpPr>
        <p:spPr>
          <a:xfrm xmlns:a="http://schemas.openxmlformats.org/drawingml/2006/main">
            <a:off x="533400" y="5324475"/>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26570"/>
                </a:solidFill>
                <a:latin typeface="Arial"/>
                <a:ea typeface="Arial"/>
                <a:cs typeface="Arial"/>
              </a:defRPr>
            </a:defPPr>
            <a:lvl1pPr>
              <a:defRPr sz="1500" b="0">
                <a:solidFill>
                  <a:srgbClr val="526570"/>
                </a:solidFill>
                <a:latin typeface="Arial"/>
                <a:ea typeface="Arial"/>
                <a:cs typeface="Arial"/>
              </a:defRPr>
            </a:lvl1pPr>
            <a:lvl2pPr>
              <a:defRPr sz="1500" b="0">
                <a:solidFill>
                  <a:srgbClr val="526570"/>
                </a:solidFill>
                <a:latin typeface="Arial"/>
                <a:ea typeface="Arial"/>
                <a:cs typeface="Arial"/>
              </a:defRPr>
            </a:lvl2pPr>
            <a:lvl3pPr>
              <a:defRPr sz="1500" b="0">
                <a:solidFill>
                  <a:srgbClr val="526570"/>
                </a:solidFill>
                <a:latin typeface="Arial"/>
                <a:ea typeface="Arial"/>
                <a:cs typeface="Arial"/>
              </a:defRPr>
            </a:lvl3pPr>
            <a:lvl4pPr>
              <a:defRPr sz="1500" b="0">
                <a:solidFill>
                  <a:srgbClr val="526570"/>
                </a:solidFill>
                <a:latin typeface="Arial"/>
                <a:ea typeface="Arial"/>
                <a:cs typeface="Arial"/>
              </a:defRPr>
            </a:lvl4pPr>
            <a:lvl5pPr>
              <a:defRPr sz="1500" b="0">
                <a:solidFill>
                  <a:srgbClr val="526570"/>
                </a:solidFill>
                <a:latin typeface="Arial"/>
                <a:ea typeface="Arial"/>
                <a:cs typeface="Arial"/>
              </a:defRPr>
            </a:lvl5pPr>
            <a:lvl6pPr>
              <a:defRPr sz="1500" b="0">
                <a:solidFill>
                  <a:srgbClr val="526570"/>
                </a:solidFill>
                <a:latin typeface="Arial"/>
                <a:ea typeface="Arial"/>
                <a:cs typeface="Arial"/>
              </a:defRPr>
            </a:lvl6pPr>
            <a:lvl7pPr>
              <a:defRPr sz="1500" b="0">
                <a:solidFill>
                  <a:srgbClr val="526570"/>
                </a:solidFill>
                <a:latin typeface="Arial"/>
                <a:ea typeface="Arial"/>
                <a:cs typeface="Arial"/>
              </a:defRPr>
            </a:lvl7pPr>
            <a:lvl8pPr>
              <a:defRPr sz="1500" b="0">
                <a:solidFill>
                  <a:srgbClr val="526570"/>
                </a:solidFill>
                <a:latin typeface="Arial"/>
                <a:ea typeface="Arial"/>
                <a:cs typeface="Arial"/>
              </a:defRPr>
            </a:lvl8pPr>
            <a:lvl9pPr>
              <a:defRPr sz="1500" b="0">
                <a:solidFill>
                  <a:srgbClr val="526570"/>
                </a:solidFill>
                <a:latin typeface="Arial"/>
                <a:ea typeface="Arial"/>
                <a:cs typeface="Arial"/>
              </a:defRPr>
            </a:lvl9pPr>
          </a:lstStyle>
          <a:p xmlns:a="http://schemas.openxmlformats.org/drawingml/2006/main">
            <a:pPr>
              <a:defRPr sz="1500" b="0">
                <a:solidFill>
                  <a:srgbClr val="526570"/>
                </a:solidFill>
                <a:latin typeface="Arial"/>
                <a:ea typeface="Arial"/>
                <a:cs typeface="Arial"/>
              </a:defRPr>
            </a:pPr>
            <a:r>
              <a:rPr sz="1500" b="0">
                <a:solidFill>
                  <a:srgbClr val="526570"/>
                </a:solidFill>
                <a:latin typeface="Arial"/>
                <a:ea typeface="Arial"/>
                <a:cs typeface="Arial"/>
              </a:rPr>
              <a:t>Each interval is marginal for one country.</a:t>
            </a:r>
          </a:p>
          <a:p xmlns:a="http://schemas.openxmlformats.org/drawingml/2006/main">
            <a:pPr>
              <a:defRPr sz="1500" b="0">
                <a:solidFill>
                  <a:srgbClr val="526570"/>
                </a:solidFill>
                <a:latin typeface="Arial"/>
                <a:ea typeface="Arial"/>
                <a:cs typeface="Arial"/>
              </a:defRPr>
            </a:pPr>
            <a:r>
              <a:rPr sz="1500" b="0">
                <a:solidFill>
                  <a:srgbClr val="526570"/>
                </a:solidFill>
                <a:latin typeface="Arial"/>
                <a:ea typeface="Arial"/>
                <a:cs typeface="Arial"/>
              </a:rPr>
              <a:t>They do not give a joint interval for the count.</a:t>
            </a:r>
          </a:p>
          <a:p xmlns:a="http://schemas.openxmlformats.org/drawingml/2006/main">
            <a:pPr>
              <a:defRPr sz="1500" b="0">
                <a:solidFill>
                  <a:srgbClr val="526570"/>
                </a:solidFill>
                <a:latin typeface="Arial"/>
                <a:ea typeface="Arial"/>
                <a:cs typeface="Arial"/>
              </a:defRPr>
            </a:pPr>
            <a:r>
              <a:rPr sz="1500" b="0">
                <a:solidFill>
                  <a:srgbClr val="526570"/>
                </a:solidFill>
                <a:latin typeface="Arial"/>
                <a:ea typeface="Arial"/>
                <a:cs typeface="Arial"/>
              </a:rPr>
              <a:t>Scenario effects depend on the chosen path.</a:t>
            </a:r>
          </a:p>
        </p:txBody>
      </p:sp>
      <p:sp>
        <p:nvSpPr>
          <p:cNvPr id="12" name="">
            <a:extLst xmlns:a="http://schemas.openxmlformats.org/drawingml/2006/main">
              <a:ext uri="{FF2B5EF4-FFF2-40B4-BE49-F238E27FC236}">
                <a16:creationId xmlns:a16="http://schemas.microsoft.com/office/drawing/2014/main" id="{ABA392E7-91BF-4959-A752-7AB0672626D8}"/>
              </a:ext>
            </a:extLst>
          </p:cNvPr>
          <p:cNvSpPr>
            <a:spLocks xmlns:a="http://schemas.openxmlformats.org/drawingml/2006/main" noGrp="1"/>
          </p:cNvSpPr>
          <p:nvPr/>
        </p:nvSpPr>
        <p:spPr>
          <a:xfrm xmlns:a="http://schemas.openxmlformats.org/drawingml/2006/main">
            <a:off x="6515100" y="48101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172C38"/>
                </a:solidFill>
                <a:latin typeface="Arial"/>
                <a:ea typeface="Arial"/>
                <a:cs typeface="Arial"/>
              </a:defRPr>
            </a:defPPr>
            <a:lvl1pPr>
              <a:defRPr sz="1875" b="1">
                <a:solidFill>
                  <a:srgbClr val="172C38"/>
                </a:solidFill>
                <a:latin typeface="Arial"/>
                <a:ea typeface="Arial"/>
                <a:cs typeface="Arial"/>
              </a:defRPr>
            </a:lvl1pPr>
            <a:lvl2pPr>
              <a:defRPr sz="1875" b="1">
                <a:solidFill>
                  <a:srgbClr val="172C38"/>
                </a:solidFill>
                <a:latin typeface="Arial"/>
                <a:ea typeface="Arial"/>
                <a:cs typeface="Arial"/>
              </a:defRPr>
            </a:lvl2pPr>
            <a:lvl3pPr>
              <a:defRPr sz="1875" b="1">
                <a:solidFill>
                  <a:srgbClr val="172C38"/>
                </a:solidFill>
                <a:latin typeface="Arial"/>
                <a:ea typeface="Arial"/>
                <a:cs typeface="Arial"/>
              </a:defRPr>
            </a:lvl3pPr>
            <a:lvl4pPr>
              <a:defRPr sz="1875" b="1">
                <a:solidFill>
                  <a:srgbClr val="172C38"/>
                </a:solidFill>
                <a:latin typeface="Arial"/>
                <a:ea typeface="Arial"/>
                <a:cs typeface="Arial"/>
              </a:defRPr>
            </a:lvl4pPr>
            <a:lvl5pPr>
              <a:defRPr sz="1875" b="1">
                <a:solidFill>
                  <a:srgbClr val="172C38"/>
                </a:solidFill>
                <a:latin typeface="Arial"/>
                <a:ea typeface="Arial"/>
                <a:cs typeface="Arial"/>
              </a:defRPr>
            </a:lvl5pPr>
            <a:lvl6pPr>
              <a:defRPr sz="1875" b="1">
                <a:solidFill>
                  <a:srgbClr val="172C38"/>
                </a:solidFill>
                <a:latin typeface="Arial"/>
                <a:ea typeface="Arial"/>
                <a:cs typeface="Arial"/>
              </a:defRPr>
            </a:lvl6pPr>
            <a:lvl7pPr>
              <a:defRPr sz="1875" b="1">
                <a:solidFill>
                  <a:srgbClr val="172C38"/>
                </a:solidFill>
                <a:latin typeface="Arial"/>
                <a:ea typeface="Arial"/>
                <a:cs typeface="Arial"/>
              </a:defRPr>
            </a:lvl7pPr>
            <a:lvl8pPr>
              <a:defRPr sz="1875" b="1">
                <a:solidFill>
                  <a:srgbClr val="172C38"/>
                </a:solidFill>
                <a:latin typeface="Arial"/>
                <a:ea typeface="Arial"/>
                <a:cs typeface="Arial"/>
              </a:defRPr>
            </a:lvl8pPr>
            <a:lvl9pPr>
              <a:defRPr sz="1875" b="1">
                <a:solidFill>
                  <a:srgbClr val="172C38"/>
                </a:solidFill>
                <a:latin typeface="Arial"/>
                <a:ea typeface="Arial"/>
                <a:cs typeface="Arial"/>
              </a:defRPr>
            </a:lvl9pPr>
          </a:lstStyle>
          <a:p xmlns:a="http://schemas.openxmlformats.org/drawingml/2006/main">
            <a:pPr>
              <a:defRPr sz="1875" b="1">
                <a:solidFill>
                  <a:srgbClr val="172C38"/>
                </a:solidFill>
                <a:latin typeface="Arial"/>
                <a:ea typeface="Arial"/>
                <a:cs typeface="Arial"/>
              </a:defRPr>
            </a:pPr>
            <a:r>
              <a:rPr sz="1875" b="1">
                <a:solidFill>
                  <a:srgbClr val="172C38"/>
                </a:solidFill>
                <a:latin typeface="Arial"/>
                <a:ea typeface="Arial"/>
                <a:cs typeface="Arial"/>
              </a:rPr>
              <a:t>Ethical interpretation</a:t>
            </a:r>
          </a:p>
        </p:txBody>
      </p:sp>
      <p:sp>
        <p:nvSpPr>
          <p:cNvPr id="13" name="">
            <a:extLst xmlns:a="http://schemas.openxmlformats.org/drawingml/2006/main">
              <a:ext uri="{FF2B5EF4-FFF2-40B4-BE49-F238E27FC236}">
                <a16:creationId xmlns:a16="http://schemas.microsoft.com/office/drawing/2014/main" id="{44CBBC52-054F-4DCC-9DB7-AD45B6238CA9}"/>
              </a:ext>
            </a:extLst>
          </p:cNvPr>
          <p:cNvSpPr>
            <a:spLocks xmlns:a="http://schemas.openxmlformats.org/drawingml/2006/main" noGrp="1"/>
          </p:cNvSpPr>
          <p:nvPr/>
        </p:nvSpPr>
        <p:spPr>
          <a:xfrm xmlns:a="http://schemas.openxmlformats.org/drawingml/2006/main">
            <a:off x="6515100" y="532447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26570"/>
                </a:solidFill>
                <a:latin typeface="Arial"/>
                <a:ea typeface="Arial"/>
                <a:cs typeface="Arial"/>
              </a:defRPr>
            </a:defPPr>
            <a:lvl1pPr>
              <a:defRPr sz="1500" b="0">
                <a:solidFill>
                  <a:srgbClr val="526570"/>
                </a:solidFill>
                <a:latin typeface="Arial"/>
                <a:ea typeface="Arial"/>
                <a:cs typeface="Arial"/>
              </a:defRPr>
            </a:lvl1pPr>
            <a:lvl2pPr>
              <a:defRPr sz="1500" b="0">
                <a:solidFill>
                  <a:srgbClr val="526570"/>
                </a:solidFill>
                <a:latin typeface="Arial"/>
                <a:ea typeface="Arial"/>
                <a:cs typeface="Arial"/>
              </a:defRPr>
            </a:lvl2pPr>
            <a:lvl3pPr>
              <a:defRPr sz="1500" b="0">
                <a:solidFill>
                  <a:srgbClr val="526570"/>
                </a:solidFill>
                <a:latin typeface="Arial"/>
                <a:ea typeface="Arial"/>
                <a:cs typeface="Arial"/>
              </a:defRPr>
            </a:lvl3pPr>
            <a:lvl4pPr>
              <a:defRPr sz="1500" b="0">
                <a:solidFill>
                  <a:srgbClr val="526570"/>
                </a:solidFill>
                <a:latin typeface="Arial"/>
                <a:ea typeface="Arial"/>
                <a:cs typeface="Arial"/>
              </a:defRPr>
            </a:lvl4pPr>
            <a:lvl5pPr>
              <a:defRPr sz="1500" b="0">
                <a:solidFill>
                  <a:srgbClr val="526570"/>
                </a:solidFill>
                <a:latin typeface="Arial"/>
                <a:ea typeface="Arial"/>
                <a:cs typeface="Arial"/>
              </a:defRPr>
            </a:lvl5pPr>
            <a:lvl6pPr>
              <a:defRPr sz="1500" b="0">
                <a:solidFill>
                  <a:srgbClr val="526570"/>
                </a:solidFill>
                <a:latin typeface="Arial"/>
                <a:ea typeface="Arial"/>
                <a:cs typeface="Arial"/>
              </a:defRPr>
            </a:lvl6pPr>
            <a:lvl7pPr>
              <a:defRPr sz="1500" b="0">
                <a:solidFill>
                  <a:srgbClr val="526570"/>
                </a:solidFill>
                <a:latin typeface="Arial"/>
                <a:ea typeface="Arial"/>
                <a:cs typeface="Arial"/>
              </a:defRPr>
            </a:lvl7pPr>
            <a:lvl8pPr>
              <a:defRPr sz="1500" b="0">
                <a:solidFill>
                  <a:srgbClr val="526570"/>
                </a:solidFill>
                <a:latin typeface="Arial"/>
                <a:ea typeface="Arial"/>
                <a:cs typeface="Arial"/>
              </a:defRPr>
            </a:lvl8pPr>
            <a:lvl9pPr>
              <a:defRPr sz="1500" b="0">
                <a:solidFill>
                  <a:srgbClr val="526570"/>
                </a:solidFill>
                <a:latin typeface="Arial"/>
                <a:ea typeface="Arial"/>
                <a:cs typeface="Arial"/>
              </a:defRPr>
            </a:lvl9pPr>
          </a:lstStyle>
          <a:p xmlns:a="http://schemas.openxmlformats.org/drawingml/2006/main">
            <a:pPr>
              <a:defRPr sz="1500" b="0">
                <a:solidFill>
                  <a:srgbClr val="526570"/>
                </a:solidFill>
                <a:latin typeface="Arial"/>
                <a:ea typeface="Arial"/>
                <a:cs typeface="Arial"/>
              </a:defRPr>
            </a:pPr>
            <a:r>
              <a:rPr sz="1500" b="0">
                <a:solidFill>
                  <a:srgbClr val="526570"/>
                </a:solidFill>
                <a:latin typeface="Arial"/>
                <a:ea typeface="Arial"/>
                <a:cs typeface="Arial"/>
              </a:rPr>
              <a:t>Disclose model assumptions and uncertainty.</a:t>
            </a:r>
          </a:p>
          <a:p xmlns:a="http://schemas.openxmlformats.org/drawingml/2006/main">
            <a:pPr>
              <a:defRPr sz="1500" b="0">
                <a:solidFill>
                  <a:srgbClr val="526570"/>
                </a:solidFill>
                <a:latin typeface="Arial"/>
                <a:ea typeface="Arial"/>
                <a:cs typeface="Arial"/>
              </a:defRPr>
            </a:pPr>
            <a:r>
              <a:rPr sz="1500" b="0">
                <a:solidFill>
                  <a:srgbClr val="526570"/>
                </a:solidFill>
                <a:latin typeface="Arial"/>
                <a:ea typeface="Arial"/>
                <a:cs typeface="Arial"/>
              </a:rPr>
              <a:t>Respect reproductive choices and migrants.</a:t>
            </a:r>
          </a:p>
          <a:p xmlns:a="http://schemas.openxmlformats.org/drawingml/2006/main">
            <a:pPr>
              <a:defRPr sz="1500" b="0">
                <a:solidFill>
                  <a:srgbClr val="526570"/>
                </a:solidFill>
                <a:latin typeface="Arial"/>
                <a:ea typeface="Arial"/>
                <a:cs typeface="Arial"/>
              </a:defRPr>
            </a:pPr>
            <a:r>
              <a:rPr sz="1500" b="0">
                <a:solidFill>
                  <a:srgbClr val="526570"/>
                </a:solidFill>
                <a:latin typeface="Arial"/>
                <a:ea typeface="Arial"/>
                <a:cs typeface="Arial"/>
              </a:rPr>
              <a:t>Country counts and population weights differ.</a:t>
            </a:r>
          </a:p>
        </p:txBody>
      </p:sp>
    </p:spTree>
    <p:extLst>
      <p:ext uri="{BB962C8B-B14F-4D97-AF65-F5344CB8AC3E}">
        <p14:creationId xmlns:p14="http://schemas.microsoft.com/office/powerpoint/2010/main" val="602035570"/>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E928D9-06B2-4CD2-AEE5-A4DD4315277D}"/>
              </a:ext>
            </a:extLst>
          </p:cNvPr>
          <p:cNvSpPr>
            <a:spLocks xmlns:a="http://schemas.openxmlformats.org/drawingml/2006/main" noGrp="1"/>
          </p:cNvSpPr>
          <p:nvPr/>
        </p:nvSpPr>
        <p:spPr>
          <a:xfrm xmlns:a="http://schemas.openxmlformats.org/drawingml/2006/main">
            <a:off x="533400" y="4000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00" b="1">
                <a:solidFill>
                  <a:srgbClr val="172C38"/>
                </a:solidFill>
                <a:latin typeface="Arial"/>
                <a:ea typeface="Arial"/>
                <a:cs typeface="Arial"/>
              </a:defRPr>
            </a:defPPr>
            <a:lvl1pPr>
              <a:defRPr sz="2700" b="1">
                <a:solidFill>
                  <a:srgbClr val="172C38"/>
                </a:solidFill>
                <a:latin typeface="Arial"/>
                <a:ea typeface="Arial"/>
                <a:cs typeface="Arial"/>
              </a:defRPr>
            </a:lvl1pPr>
            <a:lvl2pPr>
              <a:defRPr sz="2700" b="1">
                <a:solidFill>
                  <a:srgbClr val="172C38"/>
                </a:solidFill>
                <a:latin typeface="Arial"/>
                <a:ea typeface="Arial"/>
                <a:cs typeface="Arial"/>
              </a:defRPr>
            </a:lvl2pPr>
            <a:lvl3pPr>
              <a:defRPr sz="2700" b="1">
                <a:solidFill>
                  <a:srgbClr val="172C38"/>
                </a:solidFill>
                <a:latin typeface="Arial"/>
                <a:ea typeface="Arial"/>
                <a:cs typeface="Arial"/>
              </a:defRPr>
            </a:lvl3pPr>
            <a:lvl4pPr>
              <a:defRPr sz="2700" b="1">
                <a:solidFill>
                  <a:srgbClr val="172C38"/>
                </a:solidFill>
                <a:latin typeface="Arial"/>
                <a:ea typeface="Arial"/>
                <a:cs typeface="Arial"/>
              </a:defRPr>
            </a:lvl4pPr>
            <a:lvl5pPr>
              <a:defRPr sz="2700" b="1">
                <a:solidFill>
                  <a:srgbClr val="172C38"/>
                </a:solidFill>
                <a:latin typeface="Arial"/>
                <a:ea typeface="Arial"/>
                <a:cs typeface="Arial"/>
              </a:defRPr>
            </a:lvl5pPr>
            <a:lvl6pPr>
              <a:defRPr sz="2700" b="1">
                <a:solidFill>
                  <a:srgbClr val="172C38"/>
                </a:solidFill>
                <a:latin typeface="Arial"/>
                <a:ea typeface="Arial"/>
                <a:cs typeface="Arial"/>
              </a:defRPr>
            </a:lvl6pPr>
            <a:lvl7pPr>
              <a:defRPr sz="2700" b="1">
                <a:solidFill>
                  <a:srgbClr val="172C38"/>
                </a:solidFill>
                <a:latin typeface="Arial"/>
                <a:ea typeface="Arial"/>
                <a:cs typeface="Arial"/>
              </a:defRPr>
            </a:lvl7pPr>
            <a:lvl8pPr>
              <a:defRPr sz="2700" b="1">
                <a:solidFill>
                  <a:srgbClr val="172C38"/>
                </a:solidFill>
                <a:latin typeface="Arial"/>
                <a:ea typeface="Arial"/>
                <a:cs typeface="Arial"/>
              </a:defRPr>
            </a:lvl8pPr>
            <a:lvl9pPr>
              <a:defRPr sz="2700" b="1">
                <a:solidFill>
                  <a:srgbClr val="172C38"/>
                </a:solidFill>
                <a:latin typeface="Arial"/>
                <a:ea typeface="Arial"/>
                <a:cs typeface="Arial"/>
              </a:defRPr>
            </a:lvl9pPr>
          </a:lstStyle>
          <a:p xmlns:a="http://schemas.openxmlformats.org/drawingml/2006/main">
            <a:pPr>
              <a:defRPr sz="2700" b="1">
                <a:solidFill>
                  <a:srgbClr val="172C38"/>
                </a:solidFill>
                <a:latin typeface="Arial"/>
                <a:ea typeface="Arial"/>
                <a:cs typeface="Arial"/>
              </a:defRPr>
            </a:pPr>
            <a:r>
              <a:rPr sz="2700" b="1">
                <a:solidFill>
                  <a:srgbClr val="172C38"/>
                </a:solidFill>
                <a:latin typeface="Arial"/>
                <a:ea typeface="Arial"/>
                <a:cs typeface="Arial"/>
              </a:rPr>
              <a:t>Sources and reproducible analysis</a:t>
            </a:r>
          </a:p>
        </p:txBody>
      </p:sp>
      <p:sp>
        <p:nvSpPr>
          <p:cNvPr id="2" name="">
            <a:extLst xmlns:a="http://schemas.openxmlformats.org/drawingml/2006/main">
              <a:ext uri="{FF2B5EF4-FFF2-40B4-BE49-F238E27FC236}">
                <a16:creationId xmlns:a16="http://schemas.microsoft.com/office/drawing/2014/main" id="{34ACF6BB-4A51-4950-BB2D-D6E5AB3B11D8}"/>
              </a:ext>
            </a:extLst>
          </p:cNvPr>
          <p:cNvSpPr>
            <a:spLocks xmlns:a="http://schemas.openxmlformats.org/drawingml/2006/main" noGrp="1"/>
          </p:cNvSpPr>
          <p:nvPr/>
        </p:nvSpPr>
        <p:spPr>
          <a:xfrm xmlns:a="http://schemas.openxmlformats.org/drawingml/2006/main">
            <a:off x="533400" y="11430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26570"/>
                </a:solidFill>
                <a:latin typeface="Arial"/>
                <a:ea typeface="Arial"/>
                <a:cs typeface="Arial"/>
              </a:defRPr>
            </a:defPPr>
            <a:lvl1pPr>
              <a:defRPr sz="1425" b="0">
                <a:solidFill>
                  <a:srgbClr val="526570"/>
                </a:solidFill>
                <a:latin typeface="Arial"/>
                <a:ea typeface="Arial"/>
                <a:cs typeface="Arial"/>
              </a:defRPr>
            </a:lvl1pPr>
            <a:lvl2pPr>
              <a:defRPr sz="1425" b="0">
                <a:solidFill>
                  <a:srgbClr val="526570"/>
                </a:solidFill>
                <a:latin typeface="Arial"/>
                <a:ea typeface="Arial"/>
                <a:cs typeface="Arial"/>
              </a:defRPr>
            </a:lvl2pPr>
            <a:lvl3pPr>
              <a:defRPr sz="1425" b="0">
                <a:solidFill>
                  <a:srgbClr val="526570"/>
                </a:solidFill>
                <a:latin typeface="Arial"/>
                <a:ea typeface="Arial"/>
                <a:cs typeface="Arial"/>
              </a:defRPr>
            </a:lvl3pPr>
            <a:lvl4pPr>
              <a:defRPr sz="1425" b="0">
                <a:solidFill>
                  <a:srgbClr val="526570"/>
                </a:solidFill>
                <a:latin typeface="Arial"/>
                <a:ea typeface="Arial"/>
                <a:cs typeface="Arial"/>
              </a:defRPr>
            </a:lvl4pPr>
            <a:lvl5pPr>
              <a:defRPr sz="1425" b="0">
                <a:solidFill>
                  <a:srgbClr val="526570"/>
                </a:solidFill>
                <a:latin typeface="Arial"/>
                <a:ea typeface="Arial"/>
                <a:cs typeface="Arial"/>
              </a:defRPr>
            </a:lvl5pPr>
            <a:lvl6pPr>
              <a:defRPr sz="1425" b="0">
                <a:solidFill>
                  <a:srgbClr val="526570"/>
                </a:solidFill>
                <a:latin typeface="Arial"/>
                <a:ea typeface="Arial"/>
                <a:cs typeface="Arial"/>
              </a:defRPr>
            </a:lvl6pPr>
            <a:lvl7pPr>
              <a:defRPr sz="1425" b="0">
                <a:solidFill>
                  <a:srgbClr val="526570"/>
                </a:solidFill>
                <a:latin typeface="Arial"/>
                <a:ea typeface="Arial"/>
                <a:cs typeface="Arial"/>
              </a:defRPr>
            </a:lvl7pPr>
            <a:lvl8pPr>
              <a:defRPr sz="1425" b="0">
                <a:solidFill>
                  <a:srgbClr val="526570"/>
                </a:solidFill>
                <a:latin typeface="Arial"/>
                <a:ea typeface="Arial"/>
                <a:cs typeface="Arial"/>
              </a:defRPr>
            </a:lvl8pPr>
            <a:lvl9pPr>
              <a:defRPr sz="1425" b="0">
                <a:solidFill>
                  <a:srgbClr val="526570"/>
                </a:solidFill>
                <a:latin typeface="Arial"/>
                <a:ea typeface="Arial"/>
                <a:cs typeface="Arial"/>
              </a:defRPr>
            </a:lvl9pPr>
          </a:lstStyle>
          <a:p xmlns:a="http://schemas.openxmlformats.org/drawingml/2006/main">
            <a:pPr>
              <a:defRPr sz="1425" b="0">
                <a:solidFill>
                  <a:srgbClr val="526570"/>
                </a:solidFill>
                <a:latin typeface="Arial"/>
                <a:ea typeface="Arial"/>
                <a:cs typeface="Arial"/>
              </a:defRPr>
            </a:pPr>
            <a:r>
              <a:rPr sz="1425" b="0">
                <a:solidFill>
                  <a:srgbClr val="526570"/>
                </a:solidFill>
                <a:latin typeface="Arial"/>
                <a:ea typeface="Arial"/>
                <a:cs typeface="Arial"/>
              </a:rPr>
              <a:t>Data and methods</a:t>
            </a:r>
          </a:p>
        </p:txBody>
      </p:sp>
      <p:sp>
        <p:nvSpPr>
          <p:cNvPr id="3" name="">
            <a:extLst xmlns:a="http://schemas.openxmlformats.org/drawingml/2006/main">
              <a:ext uri="{FF2B5EF4-FFF2-40B4-BE49-F238E27FC236}">
                <a16:creationId xmlns:a16="http://schemas.microsoft.com/office/drawing/2014/main" id="{C30B5166-D5A1-49F5-B50C-62202BA3C2B4}"/>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FE5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C68655-43AE-4D0C-A4D8-451C199252FF}"/>
              </a:ext>
            </a:extLst>
          </p:cNvPr>
          <p:cNvSpPr>
            <a:spLocks xmlns:a="http://schemas.openxmlformats.org/drawingml/2006/main" noGrp="1"/>
          </p:cNvSpPr>
          <p:nvPr/>
        </p:nvSpPr>
        <p:spPr>
          <a:xfrm xmlns:a="http://schemas.openxmlformats.org/drawingml/2006/main">
            <a:off x="533400" y="65055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00" b="0">
                <a:solidFill>
                  <a:srgbClr val="526570"/>
                </a:solidFill>
                <a:latin typeface="Arial"/>
                <a:ea typeface="Arial"/>
                <a:cs typeface="Arial"/>
              </a:defRPr>
            </a:defPPr>
            <a:lvl1pPr>
              <a:defRPr sz="900" b="0">
                <a:solidFill>
                  <a:srgbClr val="526570"/>
                </a:solidFill>
                <a:latin typeface="Arial"/>
                <a:ea typeface="Arial"/>
                <a:cs typeface="Arial"/>
              </a:defRPr>
            </a:lvl1pPr>
            <a:lvl2pPr>
              <a:defRPr sz="900" b="0">
                <a:solidFill>
                  <a:srgbClr val="526570"/>
                </a:solidFill>
                <a:latin typeface="Arial"/>
                <a:ea typeface="Arial"/>
                <a:cs typeface="Arial"/>
              </a:defRPr>
            </a:lvl2pPr>
            <a:lvl3pPr>
              <a:defRPr sz="900" b="0">
                <a:solidFill>
                  <a:srgbClr val="526570"/>
                </a:solidFill>
                <a:latin typeface="Arial"/>
                <a:ea typeface="Arial"/>
                <a:cs typeface="Arial"/>
              </a:defRPr>
            </a:lvl3pPr>
            <a:lvl4pPr>
              <a:defRPr sz="900" b="0">
                <a:solidFill>
                  <a:srgbClr val="526570"/>
                </a:solidFill>
                <a:latin typeface="Arial"/>
                <a:ea typeface="Arial"/>
                <a:cs typeface="Arial"/>
              </a:defRPr>
            </a:lvl4pPr>
            <a:lvl5pPr>
              <a:defRPr sz="900" b="0">
                <a:solidFill>
                  <a:srgbClr val="526570"/>
                </a:solidFill>
                <a:latin typeface="Arial"/>
                <a:ea typeface="Arial"/>
                <a:cs typeface="Arial"/>
              </a:defRPr>
            </a:lvl5pPr>
            <a:lvl6pPr>
              <a:defRPr sz="900" b="0">
                <a:solidFill>
                  <a:srgbClr val="526570"/>
                </a:solidFill>
                <a:latin typeface="Arial"/>
                <a:ea typeface="Arial"/>
                <a:cs typeface="Arial"/>
              </a:defRPr>
            </a:lvl6pPr>
            <a:lvl7pPr>
              <a:defRPr sz="900" b="0">
                <a:solidFill>
                  <a:srgbClr val="526570"/>
                </a:solidFill>
                <a:latin typeface="Arial"/>
                <a:ea typeface="Arial"/>
                <a:cs typeface="Arial"/>
              </a:defRPr>
            </a:lvl7pPr>
            <a:lvl8pPr>
              <a:defRPr sz="900" b="0">
                <a:solidFill>
                  <a:srgbClr val="526570"/>
                </a:solidFill>
                <a:latin typeface="Arial"/>
                <a:ea typeface="Arial"/>
                <a:cs typeface="Arial"/>
              </a:defRPr>
            </a:lvl8pPr>
            <a:lvl9pPr>
              <a:defRPr sz="900" b="0">
                <a:solidFill>
                  <a:srgbClr val="526570"/>
                </a:solidFill>
                <a:latin typeface="Arial"/>
                <a:ea typeface="Arial"/>
                <a:cs typeface="Arial"/>
              </a:defRPr>
            </a:lvl9pPr>
          </a:lstStyle>
          <a:p xmlns:a="http://schemas.openxmlformats.org/drawingml/2006/main">
            <a:pPr>
              <a:defRPr sz="900" b="0">
                <a:solidFill>
                  <a:srgbClr val="526570"/>
                </a:solidFill>
                <a:latin typeface="Arial"/>
                <a:ea typeface="Arial"/>
                <a:cs typeface="Arial"/>
              </a:defRPr>
            </a:pPr>
            <a:r>
              <a:rPr sz="900" b="0">
                <a:solidFill>
                  <a:srgbClr val="526570"/>
                </a:solidFill>
                <a:latin typeface="Arial"/>
                <a:ea typeface="Arial"/>
                <a:cs typeface="Arial"/>
              </a:rPr>
              <a:t>UN World Population Prospects 2024. Estimates through 2023. Projections from 2024.</a:t>
            </a:r>
          </a:p>
        </p:txBody>
      </p:sp>
      <p:sp>
        <p:nvSpPr>
          <p:cNvPr id="5" name="">
            <a:extLst xmlns:a="http://schemas.openxmlformats.org/drawingml/2006/main">
              <a:ext uri="{FF2B5EF4-FFF2-40B4-BE49-F238E27FC236}">
                <a16:creationId xmlns:a16="http://schemas.microsoft.com/office/drawing/2014/main" id="{32FAD6AC-C6BD-4DF7-A074-6B08C7B7F76E}"/>
              </a:ext>
            </a:extLst>
          </p:cNvPr>
          <p:cNvSpPr>
            <a:spLocks xmlns:a="http://schemas.openxmlformats.org/drawingml/2006/main" noGrp="1"/>
          </p:cNvSpPr>
          <p:nvPr/>
        </p:nvSpPr>
        <p:spPr>
          <a:xfrm xmlns:a="http://schemas.openxmlformats.org/drawingml/2006/main">
            <a:off x="11239500" y="64770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26570"/>
                </a:solidFill>
                <a:latin typeface="Arial"/>
                <a:ea typeface="Arial"/>
                <a:cs typeface="Arial"/>
              </a:defRPr>
            </a:defPPr>
            <a:lvl1pPr>
              <a:defRPr sz="1125" b="0">
                <a:solidFill>
                  <a:srgbClr val="526570"/>
                </a:solidFill>
                <a:latin typeface="Arial"/>
                <a:ea typeface="Arial"/>
                <a:cs typeface="Arial"/>
              </a:defRPr>
            </a:lvl1pPr>
            <a:lvl2pPr>
              <a:defRPr sz="1125" b="0">
                <a:solidFill>
                  <a:srgbClr val="526570"/>
                </a:solidFill>
                <a:latin typeface="Arial"/>
                <a:ea typeface="Arial"/>
                <a:cs typeface="Arial"/>
              </a:defRPr>
            </a:lvl2pPr>
            <a:lvl3pPr>
              <a:defRPr sz="1125" b="0">
                <a:solidFill>
                  <a:srgbClr val="526570"/>
                </a:solidFill>
                <a:latin typeface="Arial"/>
                <a:ea typeface="Arial"/>
                <a:cs typeface="Arial"/>
              </a:defRPr>
            </a:lvl3pPr>
            <a:lvl4pPr>
              <a:defRPr sz="1125" b="0">
                <a:solidFill>
                  <a:srgbClr val="526570"/>
                </a:solidFill>
                <a:latin typeface="Arial"/>
                <a:ea typeface="Arial"/>
                <a:cs typeface="Arial"/>
              </a:defRPr>
            </a:lvl4pPr>
            <a:lvl5pPr>
              <a:defRPr sz="1125" b="0">
                <a:solidFill>
                  <a:srgbClr val="526570"/>
                </a:solidFill>
                <a:latin typeface="Arial"/>
                <a:ea typeface="Arial"/>
                <a:cs typeface="Arial"/>
              </a:defRPr>
            </a:lvl5pPr>
            <a:lvl6pPr>
              <a:defRPr sz="1125" b="0">
                <a:solidFill>
                  <a:srgbClr val="526570"/>
                </a:solidFill>
                <a:latin typeface="Arial"/>
                <a:ea typeface="Arial"/>
                <a:cs typeface="Arial"/>
              </a:defRPr>
            </a:lvl6pPr>
            <a:lvl7pPr>
              <a:defRPr sz="1125" b="0">
                <a:solidFill>
                  <a:srgbClr val="526570"/>
                </a:solidFill>
                <a:latin typeface="Arial"/>
                <a:ea typeface="Arial"/>
                <a:cs typeface="Arial"/>
              </a:defRPr>
            </a:lvl7pPr>
            <a:lvl8pPr>
              <a:defRPr sz="1125" b="0">
                <a:solidFill>
                  <a:srgbClr val="526570"/>
                </a:solidFill>
                <a:latin typeface="Arial"/>
                <a:ea typeface="Arial"/>
                <a:cs typeface="Arial"/>
              </a:defRPr>
            </a:lvl8pPr>
            <a:lvl9pPr>
              <a:defRPr sz="1125" b="0">
                <a:solidFill>
                  <a:srgbClr val="526570"/>
                </a:solidFill>
                <a:latin typeface="Arial"/>
                <a:ea typeface="Arial"/>
                <a:cs typeface="Arial"/>
              </a:defRPr>
            </a:lvl9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8BA8E06A-9EF1-4375-90E0-72E1CD249206}"/>
              </a:ext>
            </a:extLst>
          </p:cNvPr>
          <p:cNvSpPr>
            <a:spLocks xmlns:a="http://schemas.openxmlformats.org/drawingml/2006/main" noGrp="1"/>
          </p:cNvSpPr>
          <p:nvPr/>
        </p:nvSpPr>
        <p:spPr>
          <a:xfrm xmlns:a="http://schemas.openxmlformats.org/drawingml/2006/main">
            <a:off x="552450" y="1762125"/>
            <a:ext cx="1109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1">
                <a:solidFill>
                  <a:srgbClr val="172C38"/>
                </a:solidFill>
                <a:latin typeface="Arial"/>
                <a:ea typeface="Arial"/>
                <a:cs typeface="Arial"/>
              </a:defRPr>
            </a:defPPr>
            <a:lvl1pPr>
              <a:defRPr sz="1650" b="1">
                <a:solidFill>
                  <a:srgbClr val="172C38"/>
                </a:solidFill>
                <a:latin typeface="Arial"/>
                <a:ea typeface="Arial"/>
                <a:cs typeface="Arial"/>
              </a:defRPr>
            </a:lvl1pPr>
            <a:lvl2pPr>
              <a:defRPr sz="1650" b="1">
                <a:solidFill>
                  <a:srgbClr val="172C38"/>
                </a:solidFill>
                <a:latin typeface="Arial"/>
                <a:ea typeface="Arial"/>
                <a:cs typeface="Arial"/>
              </a:defRPr>
            </a:lvl2pPr>
            <a:lvl3pPr>
              <a:defRPr sz="1650" b="1">
                <a:solidFill>
                  <a:srgbClr val="172C38"/>
                </a:solidFill>
                <a:latin typeface="Arial"/>
                <a:ea typeface="Arial"/>
                <a:cs typeface="Arial"/>
              </a:defRPr>
            </a:lvl3pPr>
            <a:lvl4pPr>
              <a:defRPr sz="1650" b="1">
                <a:solidFill>
                  <a:srgbClr val="172C38"/>
                </a:solidFill>
                <a:latin typeface="Arial"/>
                <a:ea typeface="Arial"/>
                <a:cs typeface="Arial"/>
              </a:defRPr>
            </a:lvl4pPr>
            <a:lvl5pPr>
              <a:defRPr sz="1650" b="1">
                <a:solidFill>
                  <a:srgbClr val="172C38"/>
                </a:solidFill>
                <a:latin typeface="Arial"/>
                <a:ea typeface="Arial"/>
                <a:cs typeface="Arial"/>
              </a:defRPr>
            </a:lvl5pPr>
            <a:lvl6pPr>
              <a:defRPr sz="1650" b="1">
                <a:solidFill>
                  <a:srgbClr val="172C38"/>
                </a:solidFill>
                <a:latin typeface="Arial"/>
                <a:ea typeface="Arial"/>
                <a:cs typeface="Arial"/>
              </a:defRPr>
            </a:lvl6pPr>
            <a:lvl7pPr>
              <a:defRPr sz="1650" b="1">
                <a:solidFill>
                  <a:srgbClr val="172C38"/>
                </a:solidFill>
                <a:latin typeface="Arial"/>
                <a:ea typeface="Arial"/>
                <a:cs typeface="Arial"/>
              </a:defRPr>
            </a:lvl7pPr>
            <a:lvl8pPr>
              <a:defRPr sz="1650" b="1">
                <a:solidFill>
                  <a:srgbClr val="172C38"/>
                </a:solidFill>
                <a:latin typeface="Arial"/>
                <a:ea typeface="Arial"/>
                <a:cs typeface="Arial"/>
              </a:defRPr>
            </a:lvl8pPr>
            <a:lvl9pPr>
              <a:defRPr sz="1650" b="1">
                <a:solidFill>
                  <a:srgbClr val="172C38"/>
                </a:solidFill>
                <a:latin typeface="Arial"/>
                <a:ea typeface="Arial"/>
                <a:cs typeface="Arial"/>
              </a:defRPr>
            </a:lvl9pPr>
          </a:lstStyle>
          <a:p xmlns:a="http://schemas.openxmlformats.org/drawingml/2006/main">
            <a:pPr>
              <a:defRPr sz="1650" b="1">
                <a:solidFill>
                  <a:srgbClr val="172C38"/>
                </a:solidFill>
                <a:latin typeface="Arial"/>
                <a:ea typeface="Arial"/>
                <a:cs typeface="Arial"/>
              </a:defRPr>
            </a:pPr>
            <a:r>
              <a:rPr sz="1650" b="1">
                <a:solidFill>
                  <a:srgbClr val="172C38"/>
                </a:solidFill>
                <a:latin typeface="Arial"/>
                <a:ea typeface="Arial"/>
                <a:cs typeface="Arial"/>
              </a:rPr>
              <a:t>UN DESA, Population Division (2024)</a:t>
            </a:r>
          </a:p>
        </p:txBody>
      </p:sp>
      <p:sp>
        <p:nvSpPr>
          <p:cNvPr id="7" name="">
            <a:extLst xmlns:a="http://schemas.openxmlformats.org/drawingml/2006/main">
              <a:ext uri="{FF2B5EF4-FFF2-40B4-BE49-F238E27FC236}">
                <a16:creationId xmlns:a16="http://schemas.microsoft.com/office/drawing/2014/main" id="{84D4F3DB-EE67-4584-8816-CA35FD43498D}"/>
              </a:ext>
            </a:extLst>
          </p:cNvPr>
          <p:cNvSpPr>
            <a:spLocks xmlns:a="http://schemas.openxmlformats.org/drawingml/2006/main" noGrp="1"/>
          </p:cNvSpPr>
          <p:nvPr/>
        </p:nvSpPr>
        <p:spPr>
          <a:xfrm xmlns:a="http://schemas.openxmlformats.org/drawingml/2006/main">
            <a:off x="552450" y="2066925"/>
            <a:ext cx="1109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26570"/>
                </a:solidFill>
                <a:latin typeface="Arial"/>
                <a:ea typeface="Arial"/>
                <a:cs typeface="Arial"/>
              </a:defRPr>
            </a:defPPr>
            <a:lvl1pPr>
              <a:defRPr sz="1350" b="0">
                <a:solidFill>
                  <a:srgbClr val="526570"/>
                </a:solidFill>
                <a:latin typeface="Arial"/>
                <a:ea typeface="Arial"/>
                <a:cs typeface="Arial"/>
              </a:defRPr>
            </a:lvl1pPr>
            <a:lvl2pPr>
              <a:defRPr sz="1350" b="0">
                <a:solidFill>
                  <a:srgbClr val="526570"/>
                </a:solidFill>
                <a:latin typeface="Arial"/>
                <a:ea typeface="Arial"/>
                <a:cs typeface="Arial"/>
              </a:defRPr>
            </a:lvl2pPr>
            <a:lvl3pPr>
              <a:defRPr sz="1350" b="0">
                <a:solidFill>
                  <a:srgbClr val="526570"/>
                </a:solidFill>
                <a:latin typeface="Arial"/>
                <a:ea typeface="Arial"/>
                <a:cs typeface="Arial"/>
              </a:defRPr>
            </a:lvl3pPr>
            <a:lvl4pPr>
              <a:defRPr sz="1350" b="0">
                <a:solidFill>
                  <a:srgbClr val="526570"/>
                </a:solidFill>
                <a:latin typeface="Arial"/>
                <a:ea typeface="Arial"/>
                <a:cs typeface="Arial"/>
              </a:defRPr>
            </a:lvl4pPr>
            <a:lvl5pPr>
              <a:defRPr sz="1350" b="0">
                <a:solidFill>
                  <a:srgbClr val="526570"/>
                </a:solidFill>
                <a:latin typeface="Arial"/>
                <a:ea typeface="Arial"/>
                <a:cs typeface="Arial"/>
              </a:defRPr>
            </a:lvl5pPr>
            <a:lvl6pPr>
              <a:defRPr sz="1350" b="0">
                <a:solidFill>
                  <a:srgbClr val="526570"/>
                </a:solidFill>
                <a:latin typeface="Arial"/>
                <a:ea typeface="Arial"/>
                <a:cs typeface="Arial"/>
              </a:defRPr>
            </a:lvl6pPr>
            <a:lvl7pPr>
              <a:defRPr sz="1350" b="0">
                <a:solidFill>
                  <a:srgbClr val="526570"/>
                </a:solidFill>
                <a:latin typeface="Arial"/>
                <a:ea typeface="Arial"/>
                <a:cs typeface="Arial"/>
              </a:defRPr>
            </a:lvl7pPr>
            <a:lvl8pPr>
              <a:defRPr sz="1350" b="0">
                <a:solidFill>
                  <a:srgbClr val="526570"/>
                </a:solidFill>
                <a:latin typeface="Arial"/>
                <a:ea typeface="Arial"/>
                <a:cs typeface="Arial"/>
              </a:defRPr>
            </a:lvl8pPr>
            <a:lvl9pPr>
              <a:defRPr sz="1350" b="0">
                <a:solidFill>
                  <a:srgbClr val="526570"/>
                </a:solidFill>
                <a:latin typeface="Arial"/>
                <a:ea typeface="Arial"/>
                <a:cs typeface="Arial"/>
              </a:defRPr>
            </a:lvl9pPr>
          </a:lstStyle>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World Population Prospects 2024. Medium, OtherVariants and competition supplement. CC BY 3.0 IGO.</a:t>
            </a:r>
          </a:p>
        </p:txBody>
      </p:sp>
      <p:sp>
        <p:nvSpPr>
          <p:cNvPr id="8" name="">
            <a:extLst xmlns:a="http://schemas.openxmlformats.org/drawingml/2006/main">
              <a:ext uri="{FF2B5EF4-FFF2-40B4-BE49-F238E27FC236}">
                <a16:creationId xmlns:a16="http://schemas.microsoft.com/office/drawing/2014/main" id="{6A68F4DE-FC25-49B8-8B6A-9F90BB8427C9}"/>
              </a:ext>
            </a:extLst>
          </p:cNvPr>
          <p:cNvSpPr>
            <a:spLocks xmlns:a="http://schemas.openxmlformats.org/drawingml/2006/main" noGrp="1"/>
          </p:cNvSpPr>
          <p:nvPr/>
        </p:nvSpPr>
        <p:spPr>
          <a:xfrm xmlns:a="http://schemas.openxmlformats.org/drawingml/2006/main">
            <a:off x="552450" y="2543175"/>
            <a:ext cx="1109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1">
                <a:solidFill>
                  <a:srgbClr val="172C38"/>
                </a:solidFill>
                <a:latin typeface="Arial"/>
                <a:ea typeface="Arial"/>
                <a:cs typeface="Arial"/>
              </a:defRPr>
            </a:defPPr>
            <a:lvl1pPr>
              <a:defRPr sz="1650" b="1">
                <a:solidFill>
                  <a:srgbClr val="172C38"/>
                </a:solidFill>
                <a:latin typeface="Arial"/>
                <a:ea typeface="Arial"/>
                <a:cs typeface="Arial"/>
              </a:defRPr>
            </a:lvl1pPr>
            <a:lvl2pPr>
              <a:defRPr sz="1650" b="1">
                <a:solidFill>
                  <a:srgbClr val="172C38"/>
                </a:solidFill>
                <a:latin typeface="Arial"/>
                <a:ea typeface="Arial"/>
                <a:cs typeface="Arial"/>
              </a:defRPr>
            </a:lvl2pPr>
            <a:lvl3pPr>
              <a:defRPr sz="1650" b="1">
                <a:solidFill>
                  <a:srgbClr val="172C38"/>
                </a:solidFill>
                <a:latin typeface="Arial"/>
                <a:ea typeface="Arial"/>
                <a:cs typeface="Arial"/>
              </a:defRPr>
            </a:lvl3pPr>
            <a:lvl4pPr>
              <a:defRPr sz="1650" b="1">
                <a:solidFill>
                  <a:srgbClr val="172C38"/>
                </a:solidFill>
                <a:latin typeface="Arial"/>
                <a:ea typeface="Arial"/>
                <a:cs typeface="Arial"/>
              </a:defRPr>
            </a:lvl4pPr>
            <a:lvl5pPr>
              <a:defRPr sz="1650" b="1">
                <a:solidFill>
                  <a:srgbClr val="172C38"/>
                </a:solidFill>
                <a:latin typeface="Arial"/>
                <a:ea typeface="Arial"/>
                <a:cs typeface="Arial"/>
              </a:defRPr>
            </a:lvl5pPr>
            <a:lvl6pPr>
              <a:defRPr sz="1650" b="1">
                <a:solidFill>
                  <a:srgbClr val="172C38"/>
                </a:solidFill>
                <a:latin typeface="Arial"/>
                <a:ea typeface="Arial"/>
                <a:cs typeface="Arial"/>
              </a:defRPr>
            </a:lvl6pPr>
            <a:lvl7pPr>
              <a:defRPr sz="1650" b="1">
                <a:solidFill>
                  <a:srgbClr val="172C38"/>
                </a:solidFill>
                <a:latin typeface="Arial"/>
                <a:ea typeface="Arial"/>
                <a:cs typeface="Arial"/>
              </a:defRPr>
            </a:lvl7pPr>
            <a:lvl8pPr>
              <a:defRPr sz="1650" b="1">
                <a:solidFill>
                  <a:srgbClr val="172C38"/>
                </a:solidFill>
                <a:latin typeface="Arial"/>
                <a:ea typeface="Arial"/>
                <a:cs typeface="Arial"/>
              </a:defRPr>
            </a:lvl8pPr>
            <a:lvl9pPr>
              <a:defRPr sz="1650" b="1">
                <a:solidFill>
                  <a:srgbClr val="172C38"/>
                </a:solidFill>
                <a:latin typeface="Arial"/>
                <a:ea typeface="Arial"/>
                <a:cs typeface="Arial"/>
              </a:defRPr>
            </a:lvl9pPr>
          </a:lstStyle>
          <a:p xmlns:a="http://schemas.openxmlformats.org/drawingml/2006/main">
            <a:pPr>
              <a:defRPr sz="1650" b="1">
                <a:solidFill>
                  <a:srgbClr val="172C38"/>
                </a:solidFill>
                <a:latin typeface="Arial"/>
                <a:ea typeface="Arial"/>
                <a:cs typeface="Arial"/>
              </a:defRPr>
            </a:pPr>
            <a:r>
              <a:rPr sz="1650" b="1">
                <a:solidFill>
                  <a:srgbClr val="172C38"/>
                </a:solidFill>
                <a:latin typeface="Arial"/>
                <a:ea typeface="Arial"/>
                <a:cs typeface="Arial"/>
              </a:rPr>
              <a:t>UN DESA (2024), Methodology, Table II.4, pp. 55–56</a:t>
            </a:r>
          </a:p>
        </p:txBody>
      </p:sp>
      <p:sp>
        <p:nvSpPr>
          <p:cNvPr id="9" name="">
            <a:extLst xmlns:a="http://schemas.openxmlformats.org/drawingml/2006/main">
              <a:ext uri="{FF2B5EF4-FFF2-40B4-BE49-F238E27FC236}">
                <a16:creationId xmlns:a16="http://schemas.microsoft.com/office/drawing/2014/main" id="{6D348DA8-958B-4A23-B8B1-36FC6740D418}"/>
              </a:ext>
            </a:extLst>
          </p:cNvPr>
          <p:cNvSpPr>
            <a:spLocks xmlns:a="http://schemas.openxmlformats.org/drawingml/2006/main" noGrp="1"/>
          </p:cNvSpPr>
          <p:nvPr/>
        </p:nvSpPr>
        <p:spPr>
          <a:xfrm xmlns:a="http://schemas.openxmlformats.org/drawingml/2006/main">
            <a:off x="552450" y="2847975"/>
            <a:ext cx="1109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26570"/>
                </a:solidFill>
                <a:latin typeface="Arial"/>
                <a:ea typeface="Arial"/>
                <a:cs typeface="Arial"/>
              </a:defRPr>
            </a:defPPr>
            <a:lvl1pPr>
              <a:defRPr sz="1350" b="0">
                <a:solidFill>
                  <a:srgbClr val="526570"/>
                </a:solidFill>
                <a:latin typeface="Arial"/>
                <a:ea typeface="Arial"/>
                <a:cs typeface="Arial"/>
              </a:defRPr>
            </a:lvl1pPr>
            <a:lvl2pPr>
              <a:defRPr sz="1350" b="0">
                <a:solidFill>
                  <a:srgbClr val="526570"/>
                </a:solidFill>
                <a:latin typeface="Arial"/>
                <a:ea typeface="Arial"/>
                <a:cs typeface="Arial"/>
              </a:defRPr>
            </a:lvl2pPr>
            <a:lvl3pPr>
              <a:defRPr sz="1350" b="0">
                <a:solidFill>
                  <a:srgbClr val="526570"/>
                </a:solidFill>
                <a:latin typeface="Arial"/>
                <a:ea typeface="Arial"/>
                <a:cs typeface="Arial"/>
              </a:defRPr>
            </a:lvl3pPr>
            <a:lvl4pPr>
              <a:defRPr sz="1350" b="0">
                <a:solidFill>
                  <a:srgbClr val="526570"/>
                </a:solidFill>
                <a:latin typeface="Arial"/>
                <a:ea typeface="Arial"/>
                <a:cs typeface="Arial"/>
              </a:defRPr>
            </a:lvl4pPr>
            <a:lvl5pPr>
              <a:defRPr sz="1350" b="0">
                <a:solidFill>
                  <a:srgbClr val="526570"/>
                </a:solidFill>
                <a:latin typeface="Arial"/>
                <a:ea typeface="Arial"/>
                <a:cs typeface="Arial"/>
              </a:defRPr>
            </a:lvl5pPr>
            <a:lvl6pPr>
              <a:defRPr sz="1350" b="0">
                <a:solidFill>
                  <a:srgbClr val="526570"/>
                </a:solidFill>
                <a:latin typeface="Arial"/>
                <a:ea typeface="Arial"/>
                <a:cs typeface="Arial"/>
              </a:defRPr>
            </a:lvl6pPr>
            <a:lvl7pPr>
              <a:defRPr sz="1350" b="0">
                <a:solidFill>
                  <a:srgbClr val="526570"/>
                </a:solidFill>
                <a:latin typeface="Arial"/>
                <a:ea typeface="Arial"/>
                <a:cs typeface="Arial"/>
              </a:defRPr>
            </a:lvl7pPr>
            <a:lvl8pPr>
              <a:defRPr sz="1350" b="0">
                <a:solidFill>
                  <a:srgbClr val="526570"/>
                </a:solidFill>
                <a:latin typeface="Arial"/>
                <a:ea typeface="Arial"/>
                <a:cs typeface="Arial"/>
              </a:defRPr>
            </a:lvl8pPr>
            <a:lvl9pPr>
              <a:defRPr sz="1350" b="0">
                <a:solidFill>
                  <a:srgbClr val="526570"/>
                </a:solidFill>
                <a:latin typeface="Arial"/>
                <a:ea typeface="Arial"/>
                <a:cs typeface="Arial"/>
              </a:defRPr>
            </a:lvl9pPr>
          </a:lstStyle>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Scenario assumptions and the sequential decomposition of projected population change.</a:t>
            </a:r>
          </a:p>
        </p:txBody>
      </p:sp>
      <p:sp>
        <p:nvSpPr>
          <p:cNvPr id="10" name="">
            <a:extLst xmlns:a="http://schemas.openxmlformats.org/drawingml/2006/main">
              <a:ext uri="{FF2B5EF4-FFF2-40B4-BE49-F238E27FC236}">
                <a16:creationId xmlns:a16="http://schemas.microsoft.com/office/drawing/2014/main" id="{8EC7B89C-CC9B-4385-9E4A-26784C4B163F}"/>
              </a:ext>
            </a:extLst>
          </p:cNvPr>
          <p:cNvSpPr>
            <a:spLocks xmlns:a="http://schemas.openxmlformats.org/drawingml/2006/main" noGrp="1"/>
          </p:cNvSpPr>
          <p:nvPr/>
        </p:nvSpPr>
        <p:spPr>
          <a:xfrm xmlns:a="http://schemas.openxmlformats.org/drawingml/2006/main">
            <a:off x="552450" y="3324225"/>
            <a:ext cx="1109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1">
                <a:solidFill>
                  <a:srgbClr val="172C38"/>
                </a:solidFill>
                <a:latin typeface="Arial"/>
                <a:ea typeface="Arial"/>
                <a:cs typeface="Arial"/>
              </a:defRPr>
            </a:defPPr>
            <a:lvl1pPr>
              <a:defRPr sz="1650" b="1">
                <a:solidFill>
                  <a:srgbClr val="172C38"/>
                </a:solidFill>
                <a:latin typeface="Arial"/>
                <a:ea typeface="Arial"/>
                <a:cs typeface="Arial"/>
              </a:defRPr>
            </a:lvl1pPr>
            <a:lvl2pPr>
              <a:defRPr sz="1650" b="1">
                <a:solidFill>
                  <a:srgbClr val="172C38"/>
                </a:solidFill>
                <a:latin typeface="Arial"/>
                <a:ea typeface="Arial"/>
                <a:cs typeface="Arial"/>
              </a:defRPr>
            </a:lvl2pPr>
            <a:lvl3pPr>
              <a:defRPr sz="1650" b="1">
                <a:solidFill>
                  <a:srgbClr val="172C38"/>
                </a:solidFill>
                <a:latin typeface="Arial"/>
                <a:ea typeface="Arial"/>
                <a:cs typeface="Arial"/>
              </a:defRPr>
            </a:lvl3pPr>
            <a:lvl4pPr>
              <a:defRPr sz="1650" b="1">
                <a:solidFill>
                  <a:srgbClr val="172C38"/>
                </a:solidFill>
                <a:latin typeface="Arial"/>
                <a:ea typeface="Arial"/>
                <a:cs typeface="Arial"/>
              </a:defRPr>
            </a:lvl4pPr>
            <a:lvl5pPr>
              <a:defRPr sz="1650" b="1">
                <a:solidFill>
                  <a:srgbClr val="172C38"/>
                </a:solidFill>
                <a:latin typeface="Arial"/>
                <a:ea typeface="Arial"/>
                <a:cs typeface="Arial"/>
              </a:defRPr>
            </a:lvl5pPr>
            <a:lvl6pPr>
              <a:defRPr sz="1650" b="1">
                <a:solidFill>
                  <a:srgbClr val="172C38"/>
                </a:solidFill>
                <a:latin typeface="Arial"/>
                <a:ea typeface="Arial"/>
                <a:cs typeface="Arial"/>
              </a:defRPr>
            </a:lvl6pPr>
            <a:lvl7pPr>
              <a:defRPr sz="1650" b="1">
                <a:solidFill>
                  <a:srgbClr val="172C38"/>
                </a:solidFill>
                <a:latin typeface="Arial"/>
                <a:ea typeface="Arial"/>
                <a:cs typeface="Arial"/>
              </a:defRPr>
            </a:lvl7pPr>
            <a:lvl8pPr>
              <a:defRPr sz="1650" b="1">
                <a:solidFill>
                  <a:srgbClr val="172C38"/>
                </a:solidFill>
                <a:latin typeface="Arial"/>
                <a:ea typeface="Arial"/>
                <a:cs typeface="Arial"/>
              </a:defRPr>
            </a:lvl8pPr>
            <a:lvl9pPr>
              <a:defRPr sz="1650" b="1">
                <a:solidFill>
                  <a:srgbClr val="172C38"/>
                </a:solidFill>
                <a:latin typeface="Arial"/>
                <a:ea typeface="Arial"/>
                <a:cs typeface="Arial"/>
              </a:defRPr>
            </a:lvl9pPr>
          </a:lstStyle>
          <a:p xmlns:a="http://schemas.openxmlformats.org/drawingml/2006/main">
            <a:pPr>
              <a:defRPr sz="1650" b="1">
                <a:solidFill>
                  <a:srgbClr val="172C38"/>
                </a:solidFill>
                <a:latin typeface="Arial"/>
                <a:ea typeface="Arial"/>
                <a:cs typeface="Arial"/>
              </a:defRPr>
            </a:pPr>
            <a:r>
              <a:rPr sz="1650" b="1">
                <a:solidFill>
                  <a:srgbClr val="172C38"/>
                </a:solidFill>
                <a:latin typeface="Arial"/>
                <a:ea typeface="Arial"/>
                <a:cs typeface="Arial"/>
              </a:rPr>
              <a:t>UN DESA, Demographic Components of Future Population Growth</a:t>
            </a:r>
          </a:p>
        </p:txBody>
      </p:sp>
      <p:sp>
        <p:nvSpPr>
          <p:cNvPr id="11" name="">
            <a:extLst xmlns:a="http://schemas.openxmlformats.org/drawingml/2006/main">
              <a:ext uri="{FF2B5EF4-FFF2-40B4-BE49-F238E27FC236}">
                <a16:creationId xmlns:a16="http://schemas.microsoft.com/office/drawing/2014/main" id="{CCC7811B-BDBE-491B-8AF4-296145E9449C}"/>
              </a:ext>
            </a:extLst>
          </p:cNvPr>
          <p:cNvSpPr>
            <a:spLocks xmlns:a="http://schemas.openxmlformats.org/drawingml/2006/main" noGrp="1"/>
          </p:cNvSpPr>
          <p:nvPr/>
        </p:nvSpPr>
        <p:spPr>
          <a:xfrm xmlns:a="http://schemas.openxmlformats.org/drawingml/2006/main">
            <a:off x="552450" y="3629025"/>
            <a:ext cx="1109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26570"/>
                </a:solidFill>
                <a:latin typeface="Arial"/>
                <a:ea typeface="Arial"/>
                <a:cs typeface="Arial"/>
              </a:defRPr>
            </a:defPPr>
            <a:lvl1pPr>
              <a:defRPr sz="1350" b="0">
                <a:solidFill>
                  <a:srgbClr val="526570"/>
                </a:solidFill>
                <a:latin typeface="Arial"/>
                <a:ea typeface="Arial"/>
                <a:cs typeface="Arial"/>
              </a:defRPr>
            </a:lvl1pPr>
            <a:lvl2pPr>
              <a:defRPr sz="1350" b="0">
                <a:solidFill>
                  <a:srgbClr val="526570"/>
                </a:solidFill>
                <a:latin typeface="Arial"/>
                <a:ea typeface="Arial"/>
                <a:cs typeface="Arial"/>
              </a:defRPr>
            </a:lvl2pPr>
            <a:lvl3pPr>
              <a:defRPr sz="1350" b="0">
                <a:solidFill>
                  <a:srgbClr val="526570"/>
                </a:solidFill>
                <a:latin typeface="Arial"/>
                <a:ea typeface="Arial"/>
                <a:cs typeface="Arial"/>
              </a:defRPr>
            </a:lvl3pPr>
            <a:lvl4pPr>
              <a:defRPr sz="1350" b="0">
                <a:solidFill>
                  <a:srgbClr val="526570"/>
                </a:solidFill>
                <a:latin typeface="Arial"/>
                <a:ea typeface="Arial"/>
                <a:cs typeface="Arial"/>
              </a:defRPr>
            </a:lvl4pPr>
            <a:lvl5pPr>
              <a:defRPr sz="1350" b="0">
                <a:solidFill>
                  <a:srgbClr val="526570"/>
                </a:solidFill>
                <a:latin typeface="Arial"/>
                <a:ea typeface="Arial"/>
                <a:cs typeface="Arial"/>
              </a:defRPr>
            </a:lvl5pPr>
            <a:lvl6pPr>
              <a:defRPr sz="1350" b="0">
                <a:solidFill>
                  <a:srgbClr val="526570"/>
                </a:solidFill>
                <a:latin typeface="Arial"/>
                <a:ea typeface="Arial"/>
                <a:cs typeface="Arial"/>
              </a:defRPr>
            </a:lvl6pPr>
            <a:lvl7pPr>
              <a:defRPr sz="1350" b="0">
                <a:solidFill>
                  <a:srgbClr val="526570"/>
                </a:solidFill>
                <a:latin typeface="Arial"/>
                <a:ea typeface="Arial"/>
                <a:cs typeface="Arial"/>
              </a:defRPr>
            </a:lvl7pPr>
            <a:lvl8pPr>
              <a:defRPr sz="1350" b="0">
                <a:solidFill>
                  <a:srgbClr val="526570"/>
                </a:solidFill>
                <a:latin typeface="Arial"/>
                <a:ea typeface="Arial"/>
                <a:cs typeface="Arial"/>
              </a:defRPr>
            </a:lvl8pPr>
            <a:lvl9pPr>
              <a:defRPr sz="1350" b="0">
                <a:solidFill>
                  <a:srgbClr val="526570"/>
                </a:solidFill>
                <a:latin typeface="Arial"/>
                <a:ea typeface="Arial"/>
                <a:cs typeface="Arial"/>
              </a:defRPr>
            </a:lvl9pPr>
          </a:lstStyle>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Methodological background and reference to Andreev, Kantorová and Bongaarts (2013).</a:t>
            </a:r>
          </a:p>
        </p:txBody>
      </p:sp>
      <p:sp>
        <p:nvSpPr>
          <p:cNvPr id="12" name="">
            <a:extLst xmlns:a="http://schemas.openxmlformats.org/drawingml/2006/main">
              <a:ext uri="{FF2B5EF4-FFF2-40B4-BE49-F238E27FC236}">
                <a16:creationId xmlns:a16="http://schemas.microsoft.com/office/drawing/2014/main" id="{F7F89BB5-E473-4B9A-B452-B895C2F2518C}"/>
              </a:ext>
            </a:extLst>
          </p:cNvPr>
          <p:cNvSpPr>
            <a:spLocks xmlns:a="http://schemas.openxmlformats.org/drawingml/2006/main" noGrp="1"/>
          </p:cNvSpPr>
          <p:nvPr/>
        </p:nvSpPr>
        <p:spPr>
          <a:xfrm xmlns:a="http://schemas.openxmlformats.org/drawingml/2006/main">
            <a:off x="552450" y="4105275"/>
            <a:ext cx="1109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1">
                <a:solidFill>
                  <a:srgbClr val="172C38"/>
                </a:solidFill>
                <a:latin typeface="Arial"/>
                <a:ea typeface="Arial"/>
                <a:cs typeface="Arial"/>
              </a:defRPr>
            </a:defPPr>
            <a:lvl1pPr>
              <a:defRPr sz="1650" b="1">
                <a:solidFill>
                  <a:srgbClr val="172C38"/>
                </a:solidFill>
                <a:latin typeface="Arial"/>
                <a:ea typeface="Arial"/>
                <a:cs typeface="Arial"/>
              </a:defRPr>
            </a:lvl1pPr>
            <a:lvl2pPr>
              <a:defRPr sz="1650" b="1">
                <a:solidFill>
                  <a:srgbClr val="172C38"/>
                </a:solidFill>
                <a:latin typeface="Arial"/>
                <a:ea typeface="Arial"/>
                <a:cs typeface="Arial"/>
              </a:defRPr>
            </a:lvl2pPr>
            <a:lvl3pPr>
              <a:defRPr sz="1650" b="1">
                <a:solidFill>
                  <a:srgbClr val="172C38"/>
                </a:solidFill>
                <a:latin typeface="Arial"/>
                <a:ea typeface="Arial"/>
                <a:cs typeface="Arial"/>
              </a:defRPr>
            </a:lvl3pPr>
            <a:lvl4pPr>
              <a:defRPr sz="1650" b="1">
                <a:solidFill>
                  <a:srgbClr val="172C38"/>
                </a:solidFill>
                <a:latin typeface="Arial"/>
                <a:ea typeface="Arial"/>
                <a:cs typeface="Arial"/>
              </a:defRPr>
            </a:lvl4pPr>
            <a:lvl5pPr>
              <a:defRPr sz="1650" b="1">
                <a:solidFill>
                  <a:srgbClr val="172C38"/>
                </a:solidFill>
                <a:latin typeface="Arial"/>
                <a:ea typeface="Arial"/>
                <a:cs typeface="Arial"/>
              </a:defRPr>
            </a:lvl5pPr>
            <a:lvl6pPr>
              <a:defRPr sz="1650" b="1">
                <a:solidFill>
                  <a:srgbClr val="172C38"/>
                </a:solidFill>
                <a:latin typeface="Arial"/>
                <a:ea typeface="Arial"/>
                <a:cs typeface="Arial"/>
              </a:defRPr>
            </a:lvl6pPr>
            <a:lvl7pPr>
              <a:defRPr sz="1650" b="1">
                <a:solidFill>
                  <a:srgbClr val="172C38"/>
                </a:solidFill>
                <a:latin typeface="Arial"/>
                <a:ea typeface="Arial"/>
                <a:cs typeface="Arial"/>
              </a:defRPr>
            </a:lvl7pPr>
            <a:lvl8pPr>
              <a:defRPr sz="1650" b="1">
                <a:solidFill>
                  <a:srgbClr val="172C38"/>
                </a:solidFill>
                <a:latin typeface="Arial"/>
                <a:ea typeface="Arial"/>
                <a:cs typeface="Arial"/>
              </a:defRPr>
            </a:lvl8pPr>
            <a:lvl9pPr>
              <a:defRPr sz="1650" b="1">
                <a:solidFill>
                  <a:srgbClr val="172C38"/>
                </a:solidFill>
                <a:latin typeface="Arial"/>
                <a:ea typeface="Arial"/>
                <a:cs typeface="Arial"/>
              </a:defRPr>
            </a:lvl9pPr>
          </a:lstStyle>
          <a:p xmlns:a="http://schemas.openxmlformats.org/drawingml/2006/main">
            <a:pPr>
              <a:defRPr sz="1650" b="1">
                <a:solidFill>
                  <a:srgbClr val="172C38"/>
                </a:solidFill>
                <a:latin typeface="Arial"/>
                <a:ea typeface="Arial"/>
                <a:cs typeface="Arial"/>
              </a:defRPr>
            </a:pPr>
            <a:r>
              <a:rPr sz="1650" b="1">
                <a:solidFill>
                  <a:srgbClr val="172C38"/>
                </a:solidFill>
                <a:latin typeface="Arial"/>
                <a:ea typeface="Arial"/>
                <a:cs typeface="Arial"/>
              </a:rPr>
              <a:t>American Statistical Association (2022)</a:t>
            </a:r>
          </a:p>
        </p:txBody>
      </p:sp>
      <p:sp>
        <p:nvSpPr>
          <p:cNvPr id="13" name="">
            <a:extLst xmlns:a="http://schemas.openxmlformats.org/drawingml/2006/main">
              <a:ext uri="{FF2B5EF4-FFF2-40B4-BE49-F238E27FC236}">
                <a16:creationId xmlns:a16="http://schemas.microsoft.com/office/drawing/2014/main" id="{A49F75CE-5EA3-4105-A936-84C9D0F0D366}"/>
              </a:ext>
            </a:extLst>
          </p:cNvPr>
          <p:cNvSpPr>
            <a:spLocks xmlns:a="http://schemas.openxmlformats.org/drawingml/2006/main" noGrp="1"/>
          </p:cNvSpPr>
          <p:nvPr/>
        </p:nvSpPr>
        <p:spPr>
          <a:xfrm xmlns:a="http://schemas.openxmlformats.org/drawingml/2006/main">
            <a:off x="552450" y="4410075"/>
            <a:ext cx="1109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26570"/>
                </a:solidFill>
                <a:latin typeface="Arial"/>
                <a:ea typeface="Arial"/>
                <a:cs typeface="Arial"/>
              </a:defRPr>
            </a:defPPr>
            <a:lvl1pPr>
              <a:defRPr sz="1350" b="0">
                <a:solidFill>
                  <a:srgbClr val="526570"/>
                </a:solidFill>
                <a:latin typeface="Arial"/>
                <a:ea typeface="Arial"/>
                <a:cs typeface="Arial"/>
              </a:defRPr>
            </a:lvl1pPr>
            <a:lvl2pPr>
              <a:defRPr sz="1350" b="0">
                <a:solidFill>
                  <a:srgbClr val="526570"/>
                </a:solidFill>
                <a:latin typeface="Arial"/>
                <a:ea typeface="Arial"/>
                <a:cs typeface="Arial"/>
              </a:defRPr>
            </a:lvl2pPr>
            <a:lvl3pPr>
              <a:defRPr sz="1350" b="0">
                <a:solidFill>
                  <a:srgbClr val="526570"/>
                </a:solidFill>
                <a:latin typeface="Arial"/>
                <a:ea typeface="Arial"/>
                <a:cs typeface="Arial"/>
              </a:defRPr>
            </a:lvl3pPr>
            <a:lvl4pPr>
              <a:defRPr sz="1350" b="0">
                <a:solidFill>
                  <a:srgbClr val="526570"/>
                </a:solidFill>
                <a:latin typeface="Arial"/>
                <a:ea typeface="Arial"/>
                <a:cs typeface="Arial"/>
              </a:defRPr>
            </a:lvl4pPr>
            <a:lvl5pPr>
              <a:defRPr sz="1350" b="0">
                <a:solidFill>
                  <a:srgbClr val="526570"/>
                </a:solidFill>
                <a:latin typeface="Arial"/>
                <a:ea typeface="Arial"/>
                <a:cs typeface="Arial"/>
              </a:defRPr>
            </a:lvl5pPr>
            <a:lvl6pPr>
              <a:defRPr sz="1350" b="0">
                <a:solidFill>
                  <a:srgbClr val="526570"/>
                </a:solidFill>
                <a:latin typeface="Arial"/>
                <a:ea typeface="Arial"/>
                <a:cs typeface="Arial"/>
              </a:defRPr>
            </a:lvl6pPr>
            <a:lvl7pPr>
              <a:defRPr sz="1350" b="0">
                <a:solidFill>
                  <a:srgbClr val="526570"/>
                </a:solidFill>
                <a:latin typeface="Arial"/>
                <a:ea typeface="Arial"/>
                <a:cs typeface="Arial"/>
              </a:defRPr>
            </a:lvl7pPr>
            <a:lvl8pPr>
              <a:defRPr sz="1350" b="0">
                <a:solidFill>
                  <a:srgbClr val="526570"/>
                </a:solidFill>
                <a:latin typeface="Arial"/>
                <a:ea typeface="Arial"/>
                <a:cs typeface="Arial"/>
              </a:defRPr>
            </a:lvl8pPr>
            <a:lvl9pPr>
              <a:defRPr sz="1350" b="0">
                <a:solidFill>
                  <a:srgbClr val="526570"/>
                </a:solidFill>
                <a:latin typeface="Arial"/>
                <a:ea typeface="Arial"/>
                <a:cs typeface="Arial"/>
              </a:defRPr>
            </a:lvl9pPr>
          </a:lstStyle>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Ethical Guidelines for Statistical Practice.</a:t>
            </a:r>
          </a:p>
        </p:txBody>
      </p:sp>
      <p:sp>
        <p:nvSpPr>
          <p:cNvPr id="14" name="">
            <a:extLst xmlns:a="http://schemas.openxmlformats.org/drawingml/2006/main">
              <a:ext uri="{FF2B5EF4-FFF2-40B4-BE49-F238E27FC236}">
                <a16:creationId xmlns:a16="http://schemas.microsoft.com/office/drawing/2014/main" id="{CDE675CD-C7A1-465B-AC94-B1C64E2B66AF}"/>
              </a:ext>
            </a:extLst>
          </p:cNvPr>
          <p:cNvSpPr>
            <a:spLocks xmlns:a="http://schemas.openxmlformats.org/drawingml/2006/main" noGrp="1"/>
          </p:cNvSpPr>
          <p:nvPr/>
        </p:nvSpPr>
        <p:spPr>
          <a:xfrm xmlns:a="http://schemas.openxmlformats.org/drawingml/2006/main">
            <a:off x="552450" y="4886325"/>
            <a:ext cx="11096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1">
                <a:solidFill>
                  <a:srgbClr val="172C38"/>
                </a:solidFill>
                <a:latin typeface="Arial"/>
                <a:ea typeface="Arial"/>
                <a:cs typeface="Arial"/>
              </a:defRPr>
            </a:defPPr>
            <a:lvl1pPr>
              <a:defRPr sz="1650" b="1">
                <a:solidFill>
                  <a:srgbClr val="172C38"/>
                </a:solidFill>
                <a:latin typeface="Arial"/>
                <a:ea typeface="Arial"/>
                <a:cs typeface="Arial"/>
              </a:defRPr>
            </a:lvl1pPr>
            <a:lvl2pPr>
              <a:defRPr sz="1650" b="1">
                <a:solidFill>
                  <a:srgbClr val="172C38"/>
                </a:solidFill>
                <a:latin typeface="Arial"/>
                <a:ea typeface="Arial"/>
                <a:cs typeface="Arial"/>
              </a:defRPr>
            </a:lvl2pPr>
            <a:lvl3pPr>
              <a:defRPr sz="1650" b="1">
                <a:solidFill>
                  <a:srgbClr val="172C38"/>
                </a:solidFill>
                <a:latin typeface="Arial"/>
                <a:ea typeface="Arial"/>
                <a:cs typeface="Arial"/>
              </a:defRPr>
            </a:lvl3pPr>
            <a:lvl4pPr>
              <a:defRPr sz="1650" b="1">
                <a:solidFill>
                  <a:srgbClr val="172C38"/>
                </a:solidFill>
                <a:latin typeface="Arial"/>
                <a:ea typeface="Arial"/>
                <a:cs typeface="Arial"/>
              </a:defRPr>
            </a:lvl4pPr>
            <a:lvl5pPr>
              <a:defRPr sz="1650" b="1">
                <a:solidFill>
                  <a:srgbClr val="172C38"/>
                </a:solidFill>
                <a:latin typeface="Arial"/>
                <a:ea typeface="Arial"/>
                <a:cs typeface="Arial"/>
              </a:defRPr>
            </a:lvl5pPr>
            <a:lvl6pPr>
              <a:defRPr sz="1650" b="1">
                <a:solidFill>
                  <a:srgbClr val="172C38"/>
                </a:solidFill>
                <a:latin typeface="Arial"/>
                <a:ea typeface="Arial"/>
                <a:cs typeface="Arial"/>
              </a:defRPr>
            </a:lvl6pPr>
            <a:lvl7pPr>
              <a:defRPr sz="1650" b="1">
                <a:solidFill>
                  <a:srgbClr val="172C38"/>
                </a:solidFill>
                <a:latin typeface="Arial"/>
                <a:ea typeface="Arial"/>
                <a:cs typeface="Arial"/>
              </a:defRPr>
            </a:lvl7pPr>
            <a:lvl8pPr>
              <a:defRPr sz="1650" b="1">
                <a:solidFill>
                  <a:srgbClr val="172C38"/>
                </a:solidFill>
                <a:latin typeface="Arial"/>
                <a:ea typeface="Arial"/>
                <a:cs typeface="Arial"/>
              </a:defRPr>
            </a:lvl8pPr>
            <a:lvl9pPr>
              <a:defRPr sz="1650" b="1">
                <a:solidFill>
                  <a:srgbClr val="172C38"/>
                </a:solidFill>
                <a:latin typeface="Arial"/>
                <a:ea typeface="Arial"/>
                <a:cs typeface="Arial"/>
              </a:defRPr>
            </a:lvl9pPr>
          </a:lstStyle>
          <a:p xmlns:a="http://schemas.openxmlformats.org/drawingml/2006/main">
            <a:pPr>
              <a:defRPr sz="1650" b="1">
                <a:solidFill>
                  <a:srgbClr val="172C38"/>
                </a:solidFill>
                <a:latin typeface="Arial"/>
                <a:ea typeface="Arial"/>
                <a:cs typeface="Arial"/>
              </a:defRPr>
            </a:pPr>
            <a:r>
              <a:rPr sz="1650" b="1">
                <a:solidFill>
                  <a:srgbClr val="172C38"/>
                </a:solidFill>
                <a:latin typeface="Arial"/>
                <a:ea typeface="Arial"/>
                <a:cs typeface="Arial"/>
              </a:rPr>
              <a:t>Analysis package and acknowledgement</a:t>
            </a:r>
          </a:p>
        </p:txBody>
      </p:sp>
      <p:sp>
        <p:nvSpPr>
          <p:cNvPr id="15" name="">
            <a:extLst xmlns:a="http://schemas.openxmlformats.org/drawingml/2006/main">
              <a:ext uri="{FF2B5EF4-FFF2-40B4-BE49-F238E27FC236}">
                <a16:creationId xmlns:a16="http://schemas.microsoft.com/office/drawing/2014/main" id="{32D7695C-6C54-4FD0-A6AA-8226D95927A7}"/>
              </a:ext>
            </a:extLst>
          </p:cNvPr>
          <p:cNvSpPr>
            <a:spLocks xmlns:a="http://schemas.openxmlformats.org/drawingml/2006/main" noGrp="1"/>
          </p:cNvSpPr>
          <p:nvPr/>
        </p:nvSpPr>
        <p:spPr>
          <a:xfrm xmlns:a="http://schemas.openxmlformats.org/drawingml/2006/main">
            <a:off x="552450" y="5191125"/>
            <a:ext cx="1109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26570"/>
                </a:solidFill>
                <a:latin typeface="Arial"/>
                <a:ea typeface="Arial"/>
                <a:cs typeface="Arial"/>
              </a:defRPr>
            </a:defPPr>
            <a:lvl1pPr>
              <a:defRPr sz="1350" b="0">
                <a:solidFill>
                  <a:srgbClr val="526570"/>
                </a:solidFill>
                <a:latin typeface="Arial"/>
                <a:ea typeface="Arial"/>
                <a:cs typeface="Arial"/>
              </a:defRPr>
            </a:lvl1pPr>
            <a:lvl2pPr>
              <a:defRPr sz="1350" b="0">
                <a:solidFill>
                  <a:srgbClr val="526570"/>
                </a:solidFill>
                <a:latin typeface="Arial"/>
                <a:ea typeface="Arial"/>
                <a:cs typeface="Arial"/>
              </a:defRPr>
            </a:lvl2pPr>
            <a:lvl3pPr>
              <a:defRPr sz="1350" b="0">
                <a:solidFill>
                  <a:srgbClr val="526570"/>
                </a:solidFill>
                <a:latin typeface="Arial"/>
                <a:ea typeface="Arial"/>
                <a:cs typeface="Arial"/>
              </a:defRPr>
            </a:lvl3pPr>
            <a:lvl4pPr>
              <a:defRPr sz="1350" b="0">
                <a:solidFill>
                  <a:srgbClr val="526570"/>
                </a:solidFill>
                <a:latin typeface="Arial"/>
                <a:ea typeface="Arial"/>
                <a:cs typeface="Arial"/>
              </a:defRPr>
            </a:lvl4pPr>
            <a:lvl5pPr>
              <a:defRPr sz="1350" b="0">
                <a:solidFill>
                  <a:srgbClr val="526570"/>
                </a:solidFill>
                <a:latin typeface="Arial"/>
                <a:ea typeface="Arial"/>
                <a:cs typeface="Arial"/>
              </a:defRPr>
            </a:lvl5pPr>
            <a:lvl6pPr>
              <a:defRPr sz="1350" b="0">
                <a:solidFill>
                  <a:srgbClr val="526570"/>
                </a:solidFill>
                <a:latin typeface="Arial"/>
                <a:ea typeface="Arial"/>
                <a:cs typeface="Arial"/>
              </a:defRPr>
            </a:lvl6pPr>
            <a:lvl7pPr>
              <a:defRPr sz="1350" b="0">
                <a:solidFill>
                  <a:srgbClr val="526570"/>
                </a:solidFill>
                <a:latin typeface="Arial"/>
                <a:ea typeface="Arial"/>
                <a:cs typeface="Arial"/>
              </a:defRPr>
            </a:lvl7pPr>
            <a:lvl8pPr>
              <a:defRPr sz="1350" b="0">
                <a:solidFill>
                  <a:srgbClr val="526570"/>
                </a:solidFill>
                <a:latin typeface="Arial"/>
                <a:ea typeface="Arial"/>
                <a:cs typeface="Arial"/>
              </a:defRPr>
            </a:lvl8pPr>
            <a:lvl9pPr>
              <a:defRPr sz="1350" b="0">
                <a:solidFill>
                  <a:srgbClr val="526570"/>
                </a:solidFill>
                <a:latin typeface="Arial"/>
                <a:ea typeface="Arial"/>
                <a:cs typeface="Arial"/>
              </a:defRPr>
            </a:lvl9pPr>
          </a:lstStyle>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Independent scripts, raw-data hashes and validation results are included. Prior EDA: idiltuzkaya/asa_dataquest.</a:t>
            </a:r>
          </a:p>
        </p:txBody>
      </p:sp>
      <p:sp>
        <p:nvSpPr>
          <p:cNvPr id="16" name="">
            <a:extLst xmlns:a="http://schemas.openxmlformats.org/drawingml/2006/main">
              <a:ext uri="{FF2B5EF4-FFF2-40B4-BE49-F238E27FC236}">
                <a16:creationId xmlns:a16="http://schemas.microsoft.com/office/drawing/2014/main" id="{31F5A770-D064-4BC3-A26E-70EEB255651E}"/>
              </a:ext>
            </a:extLst>
          </p:cNvPr>
          <p:cNvSpPr>
            <a:spLocks xmlns:a="http://schemas.openxmlformats.org/drawingml/2006/main" noGrp="1"/>
          </p:cNvSpPr>
          <p:nvPr/>
        </p:nvSpPr>
        <p:spPr>
          <a:xfrm xmlns:a="http://schemas.openxmlformats.org/drawingml/2006/main">
            <a:off x="552450" y="5810250"/>
            <a:ext cx="1109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1F7480"/>
                </a:solidFill>
                <a:latin typeface="Arial"/>
                <a:ea typeface="Arial"/>
                <a:cs typeface="Arial"/>
              </a:defRPr>
            </a:defPPr>
            <a:lvl1pPr>
              <a:defRPr sz="1350" b="0">
                <a:solidFill>
                  <a:srgbClr val="1F7480"/>
                </a:solidFill>
                <a:latin typeface="Arial"/>
                <a:ea typeface="Arial"/>
                <a:cs typeface="Arial"/>
              </a:defRPr>
            </a:lvl1pPr>
            <a:lvl2pPr>
              <a:defRPr sz="1350" b="0">
                <a:solidFill>
                  <a:srgbClr val="1F7480"/>
                </a:solidFill>
                <a:latin typeface="Arial"/>
                <a:ea typeface="Arial"/>
                <a:cs typeface="Arial"/>
              </a:defRPr>
            </a:lvl2pPr>
            <a:lvl3pPr>
              <a:defRPr sz="1350" b="0">
                <a:solidFill>
                  <a:srgbClr val="1F7480"/>
                </a:solidFill>
                <a:latin typeface="Arial"/>
                <a:ea typeface="Arial"/>
                <a:cs typeface="Arial"/>
              </a:defRPr>
            </a:lvl3pPr>
            <a:lvl4pPr>
              <a:defRPr sz="1350" b="0">
                <a:solidFill>
                  <a:srgbClr val="1F7480"/>
                </a:solidFill>
                <a:latin typeface="Arial"/>
                <a:ea typeface="Arial"/>
                <a:cs typeface="Arial"/>
              </a:defRPr>
            </a:lvl4pPr>
            <a:lvl5pPr>
              <a:defRPr sz="1350" b="0">
                <a:solidFill>
                  <a:srgbClr val="1F7480"/>
                </a:solidFill>
                <a:latin typeface="Arial"/>
                <a:ea typeface="Arial"/>
                <a:cs typeface="Arial"/>
              </a:defRPr>
            </a:lvl5pPr>
            <a:lvl6pPr>
              <a:defRPr sz="1350" b="0">
                <a:solidFill>
                  <a:srgbClr val="1F7480"/>
                </a:solidFill>
                <a:latin typeface="Arial"/>
                <a:ea typeface="Arial"/>
                <a:cs typeface="Arial"/>
              </a:defRPr>
            </a:lvl6pPr>
            <a:lvl7pPr>
              <a:defRPr sz="1350" b="0">
                <a:solidFill>
                  <a:srgbClr val="1F7480"/>
                </a:solidFill>
                <a:latin typeface="Arial"/>
                <a:ea typeface="Arial"/>
                <a:cs typeface="Arial"/>
              </a:defRPr>
            </a:lvl7pPr>
            <a:lvl8pPr>
              <a:defRPr sz="1350" b="0">
                <a:solidFill>
                  <a:srgbClr val="1F7480"/>
                </a:solidFill>
                <a:latin typeface="Arial"/>
                <a:ea typeface="Arial"/>
                <a:cs typeface="Arial"/>
              </a:defRPr>
            </a:lvl8pPr>
            <a:lvl9pPr>
              <a:defRPr sz="1350" b="0">
                <a:solidFill>
                  <a:srgbClr val="1F7480"/>
                </a:solidFill>
                <a:latin typeface="Arial"/>
                <a:ea typeface="Arial"/>
                <a:cs typeface="Arial"/>
              </a:defRPr>
            </a:lvl9pPr>
          </a:lstStyle>
          <a:p xmlns:a="http://schemas.openxmlformats.org/drawingml/2006/main">
            <a:pPr>
              <a:defRPr sz="1350" b="0">
                <a:solidFill>
                  <a:srgbClr val="1F7480"/>
                </a:solidFill>
                <a:latin typeface="Arial"/>
                <a:ea typeface="Arial"/>
                <a:cs typeface="Arial"/>
              </a:defRPr>
            </a:pPr>
            <a:r>
              <a:rPr sz="1350" b="0">
                <a:solidFill>
                  <a:srgbClr val="1F7480"/>
                </a:solidFill>
                <a:latin typeface="Arial"/>
                <a:ea typeface="Arial"/>
                <a:cs typeface="Arial"/>
              </a:rPr>
              <a:t>AI assisted the coding, analysis checks and presentation. Team members should review and disclose their contributions.</a:t>
            </a:r>
          </a:p>
        </p:txBody>
      </p:sp>
    </p:spTree>
    <p:extLst>
      <p:ext uri="{BB962C8B-B14F-4D97-AF65-F5344CB8AC3E}">
        <p14:creationId xmlns:p14="http://schemas.microsoft.com/office/powerpoint/2010/main" val="2138199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2026-10-19T19:25:23.1480000Z</dcterms:created>
  <dcterms:modified xsi:type="dcterms:W3CDTF">2026-10-19T19:25:23.1480000Z</dcterms:modified>
</coreProperties>
</file>